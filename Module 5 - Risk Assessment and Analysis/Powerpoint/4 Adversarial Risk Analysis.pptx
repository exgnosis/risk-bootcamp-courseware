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33.xml.rels" ContentType="application/vnd.openxmlformats-package.relationships+xml"/>
  <Override PartName="/ppt/slideLayouts/slideLayout3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_rels/slideLayout31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63.xml.rels" ContentType="application/vnd.openxmlformats-package.relationships+xml"/>
  <Override PartName="/ppt/slideLayouts/_rels/slideLayout64.xml.rels" ContentType="application/vnd.openxmlformats-package.relationships+xml"/>
  <Override PartName="/ppt/slideLayouts/_rels/slideLayout65.xml.rels" ContentType="application/vnd.openxmlformats-package.relationships+xml"/>
  <Override PartName="/ppt/slideLayouts/_rels/slideLayout66.xml.rels" ContentType="application/vnd.openxmlformats-package.relationships+xml"/>
  <Override PartName="/ppt/slideLayouts/_rels/slideLayout67.xml.rels" ContentType="application/vnd.openxmlformats-package.relationships+xml"/>
  <Override PartName="/ppt/slideLayouts/_rels/slideLayout68.xml.rels" ContentType="application/vnd.openxmlformats-package.relationships+xml"/>
  <Override PartName="/ppt/slideLayouts/_rels/slideLayout69.xml.rels" ContentType="application/vnd.openxmlformats-package.relationships+xml"/>
  <Override PartName="/ppt/slideLayouts/_rels/slideLayout70.xml.rels" ContentType="application/vnd.openxmlformats-package.relationships+xml"/>
  <Override PartName="/ppt/slideLayouts/_rels/slideLayout71.xml.rels" ContentType="application/vnd.openxmlformats-package.relationships+xml"/>
  <Override PartName="/ppt/slideLayouts/_rels/slideLayout72.xml.rels" ContentType="application/vnd.openxmlformats-package.relationships+xml"/>
  <Override PartName="/ppt/slideLayouts/_rels/slideLayout73.xml.rels" ContentType="application/vnd.openxmlformats-package.relationships+xml"/>
  <Override PartName="/ppt/slideLayouts/_rels/slideLayout74.xml.rels" ContentType="application/vnd.openxmlformats-package.relationships+xml"/>
  <Override PartName="/ppt/slideLayouts/_rels/slideLayout75.xml.rels" ContentType="application/vnd.openxmlformats-package.relationships+xml"/>
  <Override PartName="/ppt/slideLayouts/_rels/slideLayout76.xml.rels" ContentType="application/vnd.openxmlformats-package.relationships+xml"/>
  <Override PartName="/ppt/slideLayouts/_rels/slideLayout77.xml.rels" ContentType="application/vnd.openxmlformats-package.relationships+xml"/>
  <Override PartName="/ppt/slideLayouts/_rels/slideLayout78.xml.rels" ContentType="application/vnd.openxmlformats-package.relationships+xml"/>
  <Override PartName="/ppt/slideLayouts/_rels/slideLayout79.xml.rels" ContentType="application/vnd.openxmlformats-package.relationships+xml"/>
  <Override PartName="/ppt/slideLayouts/_rels/slideLayout80.xml.rels" ContentType="application/vnd.openxmlformats-package.relationships+xml"/>
  <Override PartName="/ppt/slideLayouts/_rels/slideLayout81.xml.rels" ContentType="application/vnd.openxmlformats-package.relationships+xml"/>
  <Override PartName="/ppt/slideLayouts/_rels/slideLayout82.xml.rels" ContentType="application/vnd.openxmlformats-package.relationships+xml"/>
  <Override PartName="/ppt/slideLayouts/_rels/slideLayout83.xml.rels" ContentType="application/vnd.openxmlformats-package.relationships+xml"/>
  <Override PartName="/ppt/slideLayouts/_rels/slideLayout84.xml.rels" ContentType="application/vnd.openxmlformats-package.relationships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slides/slide25.xml" ContentType="application/vnd.openxmlformats-officedocument.presentationml.slide+xml"/>
  <Override PartName="/ppt/slides/slide9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_rels/slide1.xml.rels" ContentType="application/vnd.openxmlformats-package.relationships+xml"/>
  <Override PartName="/ppt/slides/_rels/slide22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27.xml.rels" ContentType="application/vnd.openxmlformats-package.relationships+xml"/>
  <Override PartName="/ppt/slides/_rels/slide28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31.xml.rels" ContentType="application/vnd.openxmlformats-package.relationships+xml"/>
  <Override PartName="/ppt/slides/_rels/slide32.xml.rels" ContentType="application/vnd.openxmlformats-package.relationships+xml"/>
  <Override PartName="/ppt/slides/_rels/slide33.xml.rels" ContentType="application/vnd.openxmlformats-package.relationships+xml"/>
  <Override PartName="/ppt/media/image1.jpeg" ContentType="image/jpeg"/>
  <Override PartName="/ppt/media/image3.png" ContentType="image/png"/>
  <Override PartName="/ppt/media/image2.png" ContentType="image/png"/>
  <Override PartName="/ppt/media/image4.png" ContentType="image/png"/>
  <Override PartName="/ppt/media/image5.jpeg" ContentType="image/jpeg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  <p:sldMasterId id="2147483713" r:id="rId7"/>
    <p:sldMasterId id="2147483726" r:id="rId8"/>
  </p:sldMasterIdLst>
  <p:notesMasterIdLst>
    <p:notesMasterId r:id="rId9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85" r:id="rId39"/>
    <p:sldId id="286" r:id="rId40"/>
    <p:sldId id="287" r:id="rId41"/>
    <p:sldId id="288" r:id="rId42"/>
  </p:sldIdLst>
  <p:sldSz cx="12192000" cy="6858000"/>
  <p:notesSz cx="7010400" cy="9296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Relationship Id="rId31" Type="http://schemas.openxmlformats.org/officeDocument/2006/relationships/slide" Target="slides/slide22.xml"/><Relationship Id="rId32" Type="http://schemas.openxmlformats.org/officeDocument/2006/relationships/slide" Target="slides/slide23.xml"/><Relationship Id="rId33" Type="http://schemas.openxmlformats.org/officeDocument/2006/relationships/slide" Target="slides/slide24.xml"/><Relationship Id="rId34" Type="http://schemas.openxmlformats.org/officeDocument/2006/relationships/slide" Target="slides/slide25.xml"/><Relationship Id="rId35" Type="http://schemas.openxmlformats.org/officeDocument/2006/relationships/slide" Target="slides/slide26.xml"/><Relationship Id="rId36" Type="http://schemas.openxmlformats.org/officeDocument/2006/relationships/slide" Target="slides/slide27.xml"/><Relationship Id="rId37" Type="http://schemas.openxmlformats.org/officeDocument/2006/relationships/slide" Target="slides/slide28.xml"/><Relationship Id="rId38" Type="http://schemas.openxmlformats.org/officeDocument/2006/relationships/slide" Target="slides/slide29.xml"/><Relationship Id="rId39" Type="http://schemas.openxmlformats.org/officeDocument/2006/relationships/slide" Target="slides/slide30.xml"/><Relationship Id="rId40" Type="http://schemas.openxmlformats.org/officeDocument/2006/relationships/slide" Target="slides/slide31.xml"/><Relationship Id="rId41" Type="http://schemas.openxmlformats.org/officeDocument/2006/relationships/slide" Target="slides/slide32.xml"/><Relationship Id="rId42" Type="http://schemas.openxmlformats.org/officeDocument/2006/relationships/slide" Target="slides/slide33.xml"/><Relationship Id="rId4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8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Click to move the slide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11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CA" sz="2000" spc="-1" strike="noStrike">
                <a:latin typeface="Arial"/>
              </a:rPr>
              <a:t>Click to edit the notes format</a:t>
            </a:r>
            <a:endParaRPr b="0" lang="en-CA" sz="2000" spc="-1" strike="noStrike">
              <a:latin typeface="Arial"/>
            </a:endParaRPr>
          </a:p>
        </p:txBody>
      </p:sp>
      <p:sp>
        <p:nvSpPr>
          <p:cNvPr id="31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CA" sz="1400" spc="-1" strike="noStrike">
                <a:latin typeface="Times New Roman"/>
              </a:rPr>
              <a:t>&lt;header&gt;</a:t>
            </a:r>
            <a:endParaRPr b="0" lang="en-CA" sz="1400" spc="-1" strike="noStrike">
              <a:latin typeface="Times New Roman"/>
            </a:endParaRPr>
          </a:p>
        </p:txBody>
      </p:sp>
      <p:sp>
        <p:nvSpPr>
          <p:cNvPr id="313" name="PlaceHolder 4"/>
          <p:cNvSpPr>
            <a:spLocks noGrp="1"/>
          </p:cNvSpPr>
          <p:nvPr>
            <p:ph type="dt" idx="20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CA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CA" sz="1400" spc="-1" strike="noStrike">
                <a:latin typeface="Times New Roman"/>
              </a:rPr>
              <a:t>&lt;date/time&gt;</a:t>
            </a:r>
            <a:endParaRPr b="0" lang="en-CA" sz="1400" spc="-1" strike="noStrike">
              <a:latin typeface="Times New Roman"/>
            </a:endParaRPr>
          </a:p>
        </p:txBody>
      </p:sp>
      <p:sp>
        <p:nvSpPr>
          <p:cNvPr id="314" name="PlaceHolder 5"/>
          <p:cNvSpPr>
            <a:spLocks noGrp="1"/>
          </p:cNvSpPr>
          <p:nvPr>
            <p:ph type="ftr" idx="21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CA" sz="1400" spc="-1" strike="noStrike">
                <a:latin typeface="Times New Roman"/>
              </a:defRPr>
            </a:lvl1pPr>
          </a:lstStyle>
          <a:p>
            <a:r>
              <a:rPr b="0" lang="en-CA" sz="1400" spc="-1" strike="noStrike">
                <a:latin typeface="Times New Roman"/>
              </a:rPr>
              <a:t>&lt;footer&gt;</a:t>
            </a:r>
            <a:endParaRPr b="0" lang="en-CA" sz="1400" spc="-1" strike="noStrike">
              <a:latin typeface="Times New Roman"/>
            </a:endParaRPr>
          </a:p>
        </p:txBody>
      </p:sp>
      <p:sp>
        <p:nvSpPr>
          <p:cNvPr id="315" name="PlaceHolder 6"/>
          <p:cNvSpPr>
            <a:spLocks noGrp="1"/>
          </p:cNvSpPr>
          <p:nvPr>
            <p:ph type="sldNum" idx="22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CA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912BAF29-B3EC-458C-9771-A9DD76EA27C1}" type="slidenum">
              <a:rPr b="0" lang="en-CA" sz="1400" spc="-1" strike="noStrike">
                <a:latin typeface="Times New Roman"/>
              </a:rPr>
              <a:t>&lt;number&gt;</a:t>
            </a:fld>
            <a:endParaRPr b="0" lang="en-CA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ln w="0">
            <a:noFill/>
          </a:ln>
        </p:spPr>
      </p:sp>
      <p:sp>
        <p:nvSpPr>
          <p:cNvPr id="384" name="PlaceHolder 2"/>
          <p:cNvSpPr>
            <a:spLocks noGrp="1"/>
          </p:cNvSpPr>
          <p:nvPr>
            <p:ph type="body"/>
          </p:nvPr>
        </p:nvSpPr>
        <p:spPr>
          <a:xfrm>
            <a:off x="700920" y="4473720"/>
            <a:ext cx="5607360" cy="3659400"/>
          </a:xfrm>
          <a:prstGeom prst="rect">
            <a:avLst/>
          </a:prstGeom>
          <a:noFill/>
          <a:ln w="0">
            <a:noFill/>
          </a:ln>
        </p:spPr>
        <p:txBody>
          <a:bodyPr lIns="93240" rIns="93240" tIns="46440" bIns="46440" anchor="t">
            <a:noAutofit/>
          </a:bodyPr>
          <a:p>
            <a:pPr marL="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CA" sz="2000" spc="-1" strike="noStrike">
              <a:latin typeface="Arial"/>
            </a:endParaRPr>
          </a:p>
          <a:p>
            <a:pPr marL="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CA" sz="2000" spc="-1" strike="noStrike">
              <a:latin typeface="Arial"/>
            </a:endParaRPr>
          </a:p>
          <a:p>
            <a:pPr marL="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CA" sz="2000" spc="-1" strike="noStrike">
              <a:latin typeface="Arial"/>
            </a:endParaRPr>
          </a:p>
        </p:txBody>
      </p:sp>
      <p:sp>
        <p:nvSpPr>
          <p:cNvPr id="385" name="PlaceHolder 3"/>
          <p:cNvSpPr>
            <a:spLocks noGrp="1"/>
          </p:cNvSpPr>
          <p:nvPr>
            <p:ph type="sldNum" idx="24"/>
          </p:nvPr>
        </p:nvSpPr>
        <p:spPr>
          <a:xfrm>
            <a:off x="3970800" y="8830080"/>
            <a:ext cx="3036600" cy="465480"/>
          </a:xfrm>
          <a:prstGeom prst="rect">
            <a:avLst/>
          </a:prstGeom>
          <a:noFill/>
          <a:ln w="0">
            <a:noFill/>
          </a:ln>
        </p:spPr>
        <p:txBody>
          <a:bodyPr lIns="93240" rIns="93240" tIns="46440" bIns="4644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1B392630-B95F-4DD8-A3CA-F579231A938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CA" sz="1200" spc="-1" strike="noStrike"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360" cy="360"/>
          </a:xfrm>
          <a:prstGeom prst="rect">
            <a:avLst/>
          </a:prstGeom>
          <a:ln w="0">
            <a:noFill/>
          </a:ln>
        </p:spPr>
      </p:sp>
      <p:sp>
        <p:nvSpPr>
          <p:cNvPr id="387" name="PlaceHolder 2"/>
          <p:cNvSpPr>
            <a:spLocks noGrp="1"/>
          </p:cNvSpPr>
          <p:nvPr>
            <p:ph type="body"/>
          </p:nvPr>
        </p:nvSpPr>
        <p:spPr>
          <a:xfrm>
            <a:off x="700920" y="4473720"/>
            <a:ext cx="5607360" cy="3659400"/>
          </a:xfrm>
          <a:prstGeom prst="rect">
            <a:avLst/>
          </a:prstGeom>
          <a:noFill/>
          <a:ln w="0">
            <a:noFill/>
          </a:ln>
        </p:spPr>
        <p:txBody>
          <a:bodyPr lIns="93240" rIns="93240" tIns="46440" bIns="46440" anchor="t">
            <a:noAutofit/>
          </a:bodyPr>
          <a:p>
            <a:pPr marL="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Nirmala UI Semilight"/>
              </a:rPr>
              <a:t>Now is the time to engage in an interactive Q&amp;A session where you can ask questions, share insights, and clarify any doubts about the topics we have covered so far.</a:t>
            </a:r>
            <a:endParaRPr b="0" lang="en-CA" sz="1200" spc="-1" strike="noStrike">
              <a:latin typeface="Arial"/>
            </a:endParaRPr>
          </a:p>
          <a:p>
            <a:pPr marL="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Nirmala UI Semilight"/>
              </a:rPr>
              <a:t>This open discussion is designed to ensure that every participant has the opportunity to voice their thoughts and learn from the collective experience of the group.</a:t>
            </a:r>
            <a:endParaRPr b="0" lang="en-CA" sz="1200" spc="-1" strike="noStrike">
              <a:latin typeface="Arial"/>
            </a:endParaRPr>
          </a:p>
          <a:p>
            <a:pPr marL="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Nirmala UI Semilight"/>
              </a:rPr>
              <a:t>Your questions and comments are valuable as they help us identify areas that may need further explanation and enable us to tailor future sessions to your needs.</a:t>
            </a:r>
            <a:endParaRPr b="0" lang="en-CA" sz="1200" spc="-1" strike="noStrike">
              <a:latin typeface="Arial"/>
            </a:endParaRPr>
          </a:p>
          <a:p>
            <a:pPr marL="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Nirmala UI Semilight"/>
              </a:rPr>
              <a:t>We encourage you to speak up and contribute to the dialogue, as this interaction is one of the key components of our interactive learning approach.</a:t>
            </a:r>
            <a:endParaRPr b="0" lang="en-CA" sz="1200" spc="-1" strike="noStrike">
              <a:latin typeface="Arial"/>
            </a:endParaRPr>
          </a:p>
          <a:p>
            <a:pPr marL="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Nirmala UI Semilight"/>
              </a:rPr>
              <a:t>As the session progresses, take note of any questions or ideas that you would like to revisit, and feel free to share your perspectives with the class.</a:t>
            </a:r>
            <a:endParaRPr b="0" lang="en-CA" sz="1200" spc="-1" strike="noStrike">
              <a:latin typeface="Arial"/>
            </a:endParaRPr>
          </a:p>
        </p:txBody>
      </p:sp>
      <p:sp>
        <p:nvSpPr>
          <p:cNvPr id="388" name="PlaceHolder 3"/>
          <p:cNvSpPr>
            <a:spLocks noGrp="1"/>
          </p:cNvSpPr>
          <p:nvPr>
            <p:ph type="sldNum" idx="25"/>
          </p:nvPr>
        </p:nvSpPr>
        <p:spPr>
          <a:xfrm>
            <a:off x="3970800" y="8830080"/>
            <a:ext cx="3036600" cy="465480"/>
          </a:xfrm>
          <a:prstGeom prst="rect">
            <a:avLst/>
          </a:prstGeom>
          <a:noFill/>
          <a:ln w="0">
            <a:noFill/>
          </a:ln>
        </p:spPr>
        <p:txBody>
          <a:bodyPr lIns="93240" rIns="93240" tIns="46440" bIns="4644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0FEB6D75-1959-4E16-B142-BD5068B9267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CA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9001A34-FC0C-4D95-BEC1-32946D90BF9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609480" y="1073880"/>
            <a:ext cx="1015884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05C251B-AFC3-4B76-B6F3-CFEEDBB76DB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1015884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38EFCBD-8587-453A-828C-A4FA18D918A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30BD248-F14A-4274-8A66-C66334AFEE0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5C144B8-1A20-4828-9DF7-8F320240F2C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subTitle"/>
          </p:nvPr>
        </p:nvSpPr>
        <p:spPr>
          <a:xfrm>
            <a:off x="609480" y="152640"/>
            <a:ext cx="8012160" cy="337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DD3F572-7E44-4B05-8E43-9AB8E3091D1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BC817B5-5634-4151-B817-7AEE056D4C4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8150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0F2D452-8DB6-4F35-9B80-37E711CE191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60874E9-A9A8-481D-9405-9203589C975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609480" y="371232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60D1A94-E641-456B-ABA3-FBCB8FCEF1E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/>
          </p:nvPr>
        </p:nvSpPr>
        <p:spPr>
          <a:xfrm>
            <a:off x="58150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84AAA4E-4C6A-469C-9CB3-7A8095A602A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/>
          </p:nvPr>
        </p:nvSpPr>
        <p:spPr>
          <a:xfrm>
            <a:off x="404424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/>
          </p:nvPr>
        </p:nvSpPr>
        <p:spPr>
          <a:xfrm>
            <a:off x="747936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/>
          </p:nvPr>
        </p:nvSpPr>
        <p:spPr>
          <a:xfrm>
            <a:off x="60948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/>
          </p:nvPr>
        </p:nvSpPr>
        <p:spPr>
          <a:xfrm>
            <a:off x="404424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/>
          </p:nvPr>
        </p:nvSpPr>
        <p:spPr>
          <a:xfrm>
            <a:off x="747936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C269772-5D69-4271-A80C-25C3CC3C174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3587D04-D71D-40D7-BF4E-C45D7ABE545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subTitle"/>
          </p:nvPr>
        </p:nvSpPr>
        <p:spPr>
          <a:xfrm>
            <a:off x="609480" y="1073880"/>
            <a:ext cx="1015884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655B64B-5841-4A52-9D82-01BA33ECC19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1015884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38160B1-9561-4EC0-9925-843D29091D1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C011E92-36D7-4319-A0AF-03738289025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B518A14-9578-4C67-955C-53780A79A64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subTitle"/>
          </p:nvPr>
        </p:nvSpPr>
        <p:spPr>
          <a:xfrm>
            <a:off x="609480" y="152640"/>
            <a:ext cx="8012160" cy="337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EFEC130-B08F-4E6E-8BD7-E960BE1868F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5BF1F36-F05E-47F2-AD1A-94DFD8A9406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58150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5BAE142-DCF3-4624-9B54-E20BB90BBF3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B511DFC-128E-4F79-AE06-317378556A9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609480" y="371232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40D76B7-4778-4A35-AECD-0E31B467877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/>
          </p:nvPr>
        </p:nvSpPr>
        <p:spPr>
          <a:xfrm>
            <a:off x="58150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A9E6B2A-0D94-45FC-B7FA-5E908755A44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/>
          </p:nvPr>
        </p:nvSpPr>
        <p:spPr>
          <a:xfrm>
            <a:off x="404424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/>
          </p:nvPr>
        </p:nvSpPr>
        <p:spPr>
          <a:xfrm>
            <a:off x="747936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87" name="PlaceHolder 5"/>
          <p:cNvSpPr>
            <a:spLocks noGrp="1"/>
          </p:cNvSpPr>
          <p:nvPr>
            <p:ph/>
          </p:nvPr>
        </p:nvSpPr>
        <p:spPr>
          <a:xfrm>
            <a:off x="60948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88" name="PlaceHolder 6"/>
          <p:cNvSpPr>
            <a:spLocks noGrp="1"/>
          </p:cNvSpPr>
          <p:nvPr>
            <p:ph/>
          </p:nvPr>
        </p:nvSpPr>
        <p:spPr>
          <a:xfrm>
            <a:off x="404424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89" name="PlaceHolder 7"/>
          <p:cNvSpPr>
            <a:spLocks noGrp="1"/>
          </p:cNvSpPr>
          <p:nvPr>
            <p:ph/>
          </p:nvPr>
        </p:nvSpPr>
        <p:spPr>
          <a:xfrm>
            <a:off x="747936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A5C22CF-BBA2-42F7-8545-50F64768410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9F362EE7-DF57-4D8C-967F-1C26CB01148A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subTitle"/>
          </p:nvPr>
        </p:nvSpPr>
        <p:spPr>
          <a:xfrm>
            <a:off x="609480" y="1073880"/>
            <a:ext cx="1015884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DBEFB4BE-3A9D-477E-A446-3485F7D350D9}" type="slidenum">
              <a:t>&lt;#&gt;</a:t>
            </a:fld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1015884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D852E63D-DDA5-4867-8443-93E3838FE369}" type="slidenum">
              <a:t>&lt;#&gt;</a:t>
            </a:fld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D05CAD62-80EE-4A59-8CAE-9E25AA366353}" type="slidenum">
              <a:t>&lt;#&gt;</a:t>
            </a:fld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11FBD85C-2573-4B7B-99E3-42F1994F3ED5}" type="slidenum">
              <a:t>&lt;#&gt;</a:t>
            </a:fld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subTitle"/>
          </p:nvPr>
        </p:nvSpPr>
        <p:spPr>
          <a:xfrm>
            <a:off x="609480" y="152640"/>
            <a:ext cx="8012160" cy="337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6509E1CB-FF7E-4DD0-9307-3905D48E0308}" type="slidenum">
              <a:t>&lt;#&gt;</a:t>
            </a:fld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09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BC560E3A-CD56-456E-B49E-F0193A78052C}" type="slidenum">
              <a:t>&lt;#&gt;</a:t>
            </a:fld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/>
          </p:nvPr>
        </p:nvSpPr>
        <p:spPr>
          <a:xfrm>
            <a:off x="58150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8171B450-A7FF-47CA-AE6F-E49512700F62}" type="slidenum">
              <a:t>&lt;#&gt;</a:t>
            </a:fld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17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8E69C079-6FCD-4BDA-836E-863756914E77}" type="slidenum">
              <a:t>&lt;#&gt;</a:t>
            </a:fld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/>
          </p:nvPr>
        </p:nvSpPr>
        <p:spPr>
          <a:xfrm>
            <a:off x="609480" y="371232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D66FA85B-4187-4BFF-8546-3C4D6EFE0C56}" type="slidenum">
              <a:t>&lt;#&gt;</a:t>
            </a:fld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23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24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25" name="PlaceHolder 5"/>
          <p:cNvSpPr>
            <a:spLocks noGrp="1"/>
          </p:cNvSpPr>
          <p:nvPr>
            <p:ph/>
          </p:nvPr>
        </p:nvSpPr>
        <p:spPr>
          <a:xfrm>
            <a:off x="58150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1625B5B7-9228-40BA-BFD5-97AEC486EAD9}" type="slidenum">
              <a:t>&lt;#&gt;</a:t>
            </a:fld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/>
          </p:nvPr>
        </p:nvSpPr>
        <p:spPr>
          <a:xfrm>
            <a:off x="404424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29" name="PlaceHolder 4"/>
          <p:cNvSpPr>
            <a:spLocks noGrp="1"/>
          </p:cNvSpPr>
          <p:nvPr>
            <p:ph/>
          </p:nvPr>
        </p:nvSpPr>
        <p:spPr>
          <a:xfrm>
            <a:off x="747936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30" name="PlaceHolder 5"/>
          <p:cNvSpPr>
            <a:spLocks noGrp="1"/>
          </p:cNvSpPr>
          <p:nvPr>
            <p:ph/>
          </p:nvPr>
        </p:nvSpPr>
        <p:spPr>
          <a:xfrm>
            <a:off x="60948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31" name="PlaceHolder 6"/>
          <p:cNvSpPr>
            <a:spLocks noGrp="1"/>
          </p:cNvSpPr>
          <p:nvPr>
            <p:ph/>
          </p:nvPr>
        </p:nvSpPr>
        <p:spPr>
          <a:xfrm>
            <a:off x="404424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32" name="PlaceHolder 7"/>
          <p:cNvSpPr>
            <a:spLocks noGrp="1"/>
          </p:cNvSpPr>
          <p:nvPr>
            <p:ph/>
          </p:nvPr>
        </p:nvSpPr>
        <p:spPr>
          <a:xfrm>
            <a:off x="747936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AF07732F-F317-4D60-89A7-54E374733A38}" type="slidenum">
              <a:t>&lt;#&gt;</a:t>
            </a:fld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FA12417C-3E36-46DE-94A3-6EE770AE6C62}" type="slidenum">
              <a:t>&lt;#&gt;</a:t>
            </a:fld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 type="subTitle"/>
          </p:nvPr>
        </p:nvSpPr>
        <p:spPr>
          <a:xfrm>
            <a:off x="609480" y="1073880"/>
            <a:ext cx="1015884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49384E7A-1CC9-436D-B35C-4F4D18F46DC9}" type="slidenum">
              <a:t>&lt;#&gt;</a:t>
            </a:fld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1015884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C4AF94A4-108F-426E-8EC4-E7CB0BE1529C}" type="slidenum">
              <a:t>&lt;#&gt;</a:t>
            </a:fld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2D0F5EA3-E848-42C4-A8A9-61464020EF57}" type="slidenum">
              <a:t>&lt;#&gt;</a:t>
            </a:fld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B88FAE4A-C33D-4E6F-ABA7-CE5617AA9DA6}" type="slidenum">
              <a:t>&lt;#&gt;</a:t>
            </a:fld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subTitle"/>
          </p:nvPr>
        </p:nvSpPr>
        <p:spPr>
          <a:xfrm>
            <a:off x="609480" y="152640"/>
            <a:ext cx="8012160" cy="337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3DE8F9AD-2876-4288-B04A-9DE0BA79FC8E}" type="slidenum">
              <a:t>&lt;#&gt;</a:t>
            </a:fld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51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7AE6A86B-B9FD-49E7-B884-44AEE6FEEB2E}" type="slidenum">
              <a:t>&lt;#&gt;</a:t>
            </a:fld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55" name="PlaceHolder 4"/>
          <p:cNvSpPr>
            <a:spLocks noGrp="1"/>
          </p:cNvSpPr>
          <p:nvPr>
            <p:ph/>
          </p:nvPr>
        </p:nvSpPr>
        <p:spPr>
          <a:xfrm>
            <a:off x="58150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00C4F6BA-21A5-4FC8-872E-ECF95B2186C4}" type="slidenum">
              <a:t>&lt;#&gt;</a:t>
            </a:fld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59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433501C9-1A34-4443-ACE1-5C842E413036}" type="slidenum">
              <a:t>&lt;#&gt;</a:t>
            </a:fld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/>
          </p:nvPr>
        </p:nvSpPr>
        <p:spPr>
          <a:xfrm>
            <a:off x="609480" y="371232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43E4FCE3-4E88-47B8-97A2-171D4DDB61AD}" type="slidenum">
              <a:t>&lt;#&gt;</a:t>
            </a:fld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66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67" name="PlaceHolder 5"/>
          <p:cNvSpPr>
            <a:spLocks noGrp="1"/>
          </p:cNvSpPr>
          <p:nvPr>
            <p:ph/>
          </p:nvPr>
        </p:nvSpPr>
        <p:spPr>
          <a:xfrm>
            <a:off x="58150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2B58B4BA-C129-48B5-999F-2F5F2C37B907}" type="slidenum">
              <a:t>&lt;#&gt;</a:t>
            </a:fld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/>
          </p:nvPr>
        </p:nvSpPr>
        <p:spPr>
          <a:xfrm>
            <a:off x="404424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71" name="PlaceHolder 4"/>
          <p:cNvSpPr>
            <a:spLocks noGrp="1"/>
          </p:cNvSpPr>
          <p:nvPr>
            <p:ph/>
          </p:nvPr>
        </p:nvSpPr>
        <p:spPr>
          <a:xfrm>
            <a:off x="747936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72" name="PlaceHolder 5"/>
          <p:cNvSpPr>
            <a:spLocks noGrp="1"/>
          </p:cNvSpPr>
          <p:nvPr>
            <p:ph/>
          </p:nvPr>
        </p:nvSpPr>
        <p:spPr>
          <a:xfrm>
            <a:off x="60948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73" name="PlaceHolder 6"/>
          <p:cNvSpPr>
            <a:spLocks noGrp="1"/>
          </p:cNvSpPr>
          <p:nvPr>
            <p:ph/>
          </p:nvPr>
        </p:nvSpPr>
        <p:spPr>
          <a:xfrm>
            <a:off x="404424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74" name="PlaceHolder 7"/>
          <p:cNvSpPr>
            <a:spLocks noGrp="1"/>
          </p:cNvSpPr>
          <p:nvPr>
            <p:ph/>
          </p:nvPr>
        </p:nvSpPr>
        <p:spPr>
          <a:xfrm>
            <a:off x="747936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5E20AAB4-B2D1-4EC7-84F7-EA0A50A1B000}" type="slidenum">
              <a:t>&lt;#&gt;</a:t>
            </a:fld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C69C2C0A-D011-4D7D-AA24-6D44863AABF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 type="subTitle"/>
          </p:nvPr>
        </p:nvSpPr>
        <p:spPr>
          <a:xfrm>
            <a:off x="609480" y="1073880"/>
            <a:ext cx="1015884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83324671-32A6-4290-BD5A-B2CE6F26467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1015884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F5580C23-9675-42AF-A61A-588328B5120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89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0D1F5C38-48E1-432C-B3E7-D32B8D405D8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72024EFD-6CA6-4592-82A7-8A77D4BA204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subTitle"/>
          </p:nvPr>
        </p:nvSpPr>
        <p:spPr>
          <a:xfrm>
            <a:off x="609480" y="152640"/>
            <a:ext cx="8012160" cy="337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466CEABD-69AB-472C-B48D-89D93CB3DE3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96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C9E7EDF0-C989-488E-AA6B-73D7A5324F3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98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00" name="PlaceHolder 4"/>
          <p:cNvSpPr>
            <a:spLocks noGrp="1"/>
          </p:cNvSpPr>
          <p:nvPr>
            <p:ph/>
          </p:nvPr>
        </p:nvSpPr>
        <p:spPr>
          <a:xfrm>
            <a:off x="58150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7BA1FE41-E8D5-48DF-8D1F-23136CE9E8A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04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E166DA0E-EDA1-4A41-B862-0F32E45B3D2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06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/>
          </p:nvPr>
        </p:nvSpPr>
        <p:spPr>
          <a:xfrm>
            <a:off x="609480" y="371232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8FE39CD1-9391-4408-A03C-8E025A81F56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11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12" name="PlaceHolder 5"/>
          <p:cNvSpPr>
            <a:spLocks noGrp="1"/>
          </p:cNvSpPr>
          <p:nvPr>
            <p:ph/>
          </p:nvPr>
        </p:nvSpPr>
        <p:spPr>
          <a:xfrm>
            <a:off x="58150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CD0B770A-3561-4C70-81A2-5D0954351EA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14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/>
          </p:nvPr>
        </p:nvSpPr>
        <p:spPr>
          <a:xfrm>
            <a:off x="404424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16" name="PlaceHolder 4"/>
          <p:cNvSpPr>
            <a:spLocks noGrp="1"/>
          </p:cNvSpPr>
          <p:nvPr>
            <p:ph/>
          </p:nvPr>
        </p:nvSpPr>
        <p:spPr>
          <a:xfrm>
            <a:off x="747936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17" name="PlaceHolder 5"/>
          <p:cNvSpPr>
            <a:spLocks noGrp="1"/>
          </p:cNvSpPr>
          <p:nvPr>
            <p:ph/>
          </p:nvPr>
        </p:nvSpPr>
        <p:spPr>
          <a:xfrm>
            <a:off x="60948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18" name="PlaceHolder 6"/>
          <p:cNvSpPr>
            <a:spLocks noGrp="1"/>
          </p:cNvSpPr>
          <p:nvPr>
            <p:ph/>
          </p:nvPr>
        </p:nvSpPr>
        <p:spPr>
          <a:xfrm>
            <a:off x="404424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19" name="PlaceHolder 7"/>
          <p:cNvSpPr>
            <a:spLocks noGrp="1"/>
          </p:cNvSpPr>
          <p:nvPr>
            <p:ph/>
          </p:nvPr>
        </p:nvSpPr>
        <p:spPr>
          <a:xfrm>
            <a:off x="747936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CCF47334-D260-4790-A77D-6E1DEEBF3AA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4A7D26DA-21A4-46A2-BBD0-9078F1A79DC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30" name="PlaceHolder 2"/>
          <p:cNvSpPr>
            <a:spLocks noGrp="1"/>
          </p:cNvSpPr>
          <p:nvPr>
            <p:ph type="subTitle"/>
          </p:nvPr>
        </p:nvSpPr>
        <p:spPr>
          <a:xfrm>
            <a:off x="609480" y="1073880"/>
            <a:ext cx="1015884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9B25048D-D5E9-468E-B037-0ECD13322A9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32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1015884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7E48D9A8-0F8E-4218-951D-20B8222E101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34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AFBCB1BF-861A-4086-8C8B-FD97DDB3751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27D2AAD5-894A-4329-929D-36112E0F884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subTitle"/>
          </p:nvPr>
        </p:nvSpPr>
        <p:spPr>
          <a:xfrm>
            <a:off x="609480" y="152640"/>
            <a:ext cx="8012160" cy="337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74BC3E09-82C9-43AE-9516-23F517FE86D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39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40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41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B8A43A0B-3E41-4E6F-9F65-08A9FCE8BF0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43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45" name="PlaceHolder 4"/>
          <p:cNvSpPr>
            <a:spLocks noGrp="1"/>
          </p:cNvSpPr>
          <p:nvPr>
            <p:ph/>
          </p:nvPr>
        </p:nvSpPr>
        <p:spPr>
          <a:xfrm>
            <a:off x="58150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B7853573-58F8-4EBB-BAFD-A8B5016A23E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47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48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49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101CA0BB-F089-40D4-970A-6E2EDECB1ED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51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/>
          </p:nvPr>
        </p:nvSpPr>
        <p:spPr>
          <a:xfrm>
            <a:off x="609480" y="371232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E3EF23B5-9844-41B9-BAD5-FF0E75736D0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54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56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57" name="PlaceHolder 5"/>
          <p:cNvSpPr>
            <a:spLocks noGrp="1"/>
          </p:cNvSpPr>
          <p:nvPr>
            <p:ph/>
          </p:nvPr>
        </p:nvSpPr>
        <p:spPr>
          <a:xfrm>
            <a:off x="58150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E98EBBD4-FA43-4A4C-947F-9E1DC21077A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59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60" name="PlaceHolder 3"/>
          <p:cNvSpPr>
            <a:spLocks noGrp="1"/>
          </p:cNvSpPr>
          <p:nvPr>
            <p:ph/>
          </p:nvPr>
        </p:nvSpPr>
        <p:spPr>
          <a:xfrm>
            <a:off x="404424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61" name="PlaceHolder 4"/>
          <p:cNvSpPr>
            <a:spLocks noGrp="1"/>
          </p:cNvSpPr>
          <p:nvPr>
            <p:ph/>
          </p:nvPr>
        </p:nvSpPr>
        <p:spPr>
          <a:xfrm>
            <a:off x="747936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62" name="PlaceHolder 5"/>
          <p:cNvSpPr>
            <a:spLocks noGrp="1"/>
          </p:cNvSpPr>
          <p:nvPr>
            <p:ph/>
          </p:nvPr>
        </p:nvSpPr>
        <p:spPr>
          <a:xfrm>
            <a:off x="60948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63" name="PlaceHolder 6"/>
          <p:cNvSpPr>
            <a:spLocks noGrp="1"/>
          </p:cNvSpPr>
          <p:nvPr>
            <p:ph/>
          </p:nvPr>
        </p:nvSpPr>
        <p:spPr>
          <a:xfrm>
            <a:off x="404424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64" name="PlaceHolder 7"/>
          <p:cNvSpPr>
            <a:spLocks noGrp="1"/>
          </p:cNvSpPr>
          <p:nvPr>
            <p:ph/>
          </p:nvPr>
        </p:nvSpPr>
        <p:spPr>
          <a:xfrm>
            <a:off x="747936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B8D975ED-FD67-4EEC-A43A-0DFA9D48609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49EABF52-948C-491F-A4E7-7ED62EC44DF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75" name="PlaceHolder 2"/>
          <p:cNvSpPr>
            <a:spLocks noGrp="1"/>
          </p:cNvSpPr>
          <p:nvPr>
            <p:ph type="subTitle"/>
          </p:nvPr>
        </p:nvSpPr>
        <p:spPr>
          <a:xfrm>
            <a:off x="609480" y="1073880"/>
            <a:ext cx="1015884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DBCF86F5-BB1A-4FFF-9151-12B118E6E85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77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1015884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7342271C-0ADD-49AB-8CB8-822C66CF07E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79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80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3B33B1CD-9D24-4C32-AF57-745A1E07EC5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D470374F-AA78-4448-91A6-444B07495AC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7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subTitle"/>
          </p:nvPr>
        </p:nvSpPr>
        <p:spPr>
          <a:xfrm>
            <a:off x="609480" y="152640"/>
            <a:ext cx="8012160" cy="337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4192A43F-EDF4-4268-9795-A2759163135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7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84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85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86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CA78F39A-C36F-4DE5-A571-A0183C7AA9C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8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88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90" name="PlaceHolder 4"/>
          <p:cNvSpPr>
            <a:spLocks noGrp="1"/>
          </p:cNvSpPr>
          <p:nvPr>
            <p:ph/>
          </p:nvPr>
        </p:nvSpPr>
        <p:spPr>
          <a:xfrm>
            <a:off x="58150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D9FB365B-CBFA-435F-9D1D-09A658C6636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8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92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93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94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519A6E57-A0E5-4678-A135-8F0E3500D93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8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96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97" name="PlaceHolder 3"/>
          <p:cNvSpPr>
            <a:spLocks noGrp="1"/>
          </p:cNvSpPr>
          <p:nvPr>
            <p:ph/>
          </p:nvPr>
        </p:nvSpPr>
        <p:spPr>
          <a:xfrm>
            <a:off x="609480" y="371232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0DBF212E-D76C-464D-AB80-F4452971B9E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8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99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00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01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02" name="PlaceHolder 5"/>
          <p:cNvSpPr>
            <a:spLocks noGrp="1"/>
          </p:cNvSpPr>
          <p:nvPr>
            <p:ph/>
          </p:nvPr>
        </p:nvSpPr>
        <p:spPr>
          <a:xfrm>
            <a:off x="58150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E2190512-81B9-473D-9278-34585B70110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8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304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05" name="PlaceHolder 3"/>
          <p:cNvSpPr>
            <a:spLocks noGrp="1"/>
          </p:cNvSpPr>
          <p:nvPr>
            <p:ph/>
          </p:nvPr>
        </p:nvSpPr>
        <p:spPr>
          <a:xfrm>
            <a:off x="404424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06" name="PlaceHolder 4"/>
          <p:cNvSpPr>
            <a:spLocks noGrp="1"/>
          </p:cNvSpPr>
          <p:nvPr>
            <p:ph/>
          </p:nvPr>
        </p:nvSpPr>
        <p:spPr>
          <a:xfrm>
            <a:off x="747936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07" name="PlaceHolder 5"/>
          <p:cNvSpPr>
            <a:spLocks noGrp="1"/>
          </p:cNvSpPr>
          <p:nvPr>
            <p:ph/>
          </p:nvPr>
        </p:nvSpPr>
        <p:spPr>
          <a:xfrm>
            <a:off x="60948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08" name="PlaceHolder 6"/>
          <p:cNvSpPr>
            <a:spLocks noGrp="1"/>
          </p:cNvSpPr>
          <p:nvPr>
            <p:ph/>
          </p:nvPr>
        </p:nvSpPr>
        <p:spPr>
          <a:xfrm>
            <a:off x="404424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09" name="PlaceHolder 7"/>
          <p:cNvSpPr>
            <a:spLocks noGrp="1"/>
          </p:cNvSpPr>
          <p:nvPr>
            <p:ph/>
          </p:nvPr>
        </p:nvSpPr>
        <p:spPr>
          <a:xfrm>
            <a:off x="747936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A8E4C7FA-FC63-4A58-AD39-71CBD2A6271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49.xml"/><Relationship Id="rId3" Type="http://schemas.openxmlformats.org/officeDocument/2006/relationships/slideLayout" Target="../slideLayouts/slideLayout50.xml"/><Relationship Id="rId4" Type="http://schemas.openxmlformats.org/officeDocument/2006/relationships/slideLayout" Target="../slideLayouts/slideLayout51.xml"/><Relationship Id="rId5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5.xml"/><Relationship Id="rId9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0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3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3.xml"/><Relationship Id="rId5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6.xml"/><Relationship Id="rId8" Type="http://schemas.openxmlformats.org/officeDocument/2006/relationships/slideLayout" Target="../slideLayouts/slideLayout67.xml"/><Relationship Id="rId9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1.xml"/><Relationship Id="rId13" Type="http://schemas.openxmlformats.org/officeDocument/2006/relationships/slideLayout" Target="../slideLayouts/slideLayout72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3.xml"/><Relationship Id="rId3" Type="http://schemas.openxmlformats.org/officeDocument/2006/relationships/slideLayout" Target="../slideLayouts/slideLayout74.xml"/><Relationship Id="rId4" Type="http://schemas.openxmlformats.org/officeDocument/2006/relationships/slideLayout" Target="../slideLayouts/slideLayout75.xml"/><Relationship Id="rId5" Type="http://schemas.openxmlformats.org/officeDocument/2006/relationships/slideLayout" Target="../slideLayouts/slideLayout76.xml"/><Relationship Id="rId6" Type="http://schemas.openxmlformats.org/officeDocument/2006/relationships/slideLayout" Target="../slideLayouts/slideLayout77.xml"/><Relationship Id="rId7" Type="http://schemas.openxmlformats.org/officeDocument/2006/relationships/slideLayout" Target="../slideLayouts/slideLayout78.xml"/><Relationship Id="rId8" Type="http://schemas.openxmlformats.org/officeDocument/2006/relationships/slideLayout" Target="../slideLayouts/slideLayout79.xml"/><Relationship Id="rId9" Type="http://schemas.openxmlformats.org/officeDocument/2006/relationships/slideLayout" Target="../slideLayouts/slideLayout80.xml"/><Relationship Id="rId10" Type="http://schemas.openxmlformats.org/officeDocument/2006/relationships/slideLayout" Target="../slideLayouts/slideLayout81.xml"/><Relationship Id="rId11" Type="http://schemas.openxmlformats.org/officeDocument/2006/relationships/slideLayout" Target="../slideLayouts/slideLayout82.xml"/><Relationship Id="rId12" Type="http://schemas.openxmlformats.org/officeDocument/2006/relationships/slideLayout" Target="../slideLayouts/slideLayout83.xml"/><Relationship Id="rId13" Type="http://schemas.openxmlformats.org/officeDocument/2006/relationships/slideLayout" Target="../slideLayouts/slideLayout8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 6" hidden="1"/>
          <p:cNvSpPr/>
          <p:nvPr/>
        </p:nvSpPr>
        <p:spPr>
          <a:xfrm>
            <a:off x="12001320" y="0"/>
            <a:ext cx="189360" cy="1370520"/>
          </a:xfrm>
          <a:prstGeom prst="rect">
            <a:avLst/>
          </a:prstGeom>
          <a:solidFill>
            <a:srgbClr val="d1282e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Rectangle 7" hidden="1"/>
          <p:cNvSpPr/>
          <p:nvPr/>
        </p:nvSpPr>
        <p:spPr>
          <a:xfrm>
            <a:off x="12001320" y="1371600"/>
            <a:ext cx="189360" cy="5485320"/>
          </a:xfrm>
          <a:prstGeom prst="rect">
            <a:avLst/>
          </a:prstGeom>
          <a:solidFill>
            <a:srgbClr val="000000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" name="Rectangle 8"/>
          <p:cNvSpPr/>
          <p:nvPr/>
        </p:nvSpPr>
        <p:spPr>
          <a:xfrm>
            <a:off x="12001320" y="4846320"/>
            <a:ext cx="189360" cy="2010600"/>
          </a:xfrm>
          <a:prstGeom prst="rect">
            <a:avLst/>
          </a:prstGeom>
          <a:solidFill>
            <a:srgbClr val="d1282e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" name="Rectangle 9"/>
          <p:cNvSpPr/>
          <p:nvPr/>
        </p:nvSpPr>
        <p:spPr>
          <a:xfrm>
            <a:off x="12001320" y="0"/>
            <a:ext cx="189360" cy="4845240"/>
          </a:xfrm>
          <a:prstGeom prst="rect">
            <a:avLst/>
          </a:prstGeom>
          <a:solidFill>
            <a:srgbClr val="000000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Click to edit the title text format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ftr" idx="1"/>
          </p:nvPr>
        </p:nvSpPr>
        <p:spPr>
          <a:xfrm>
            <a:off x="609480" y="6492960"/>
            <a:ext cx="4570920" cy="282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-CA" sz="10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CA" sz="1000" spc="-1" strike="noStrike">
                <a:solidFill>
                  <a:srgbClr val="000000"/>
                </a:solidFill>
                <a:latin typeface="Arial"/>
              </a:rPr>
              <a:t>&lt;footer&gt;</a:t>
            </a:r>
            <a:endParaRPr b="0" lang="en-CA" sz="1000" spc="-1" strike="noStrike">
              <a:latin typeface="Times New Roman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sldNum" idx="2"/>
          </p:nvPr>
        </p:nvSpPr>
        <p:spPr>
          <a:xfrm rot="16200000">
            <a:off x="11188800" y="5825520"/>
            <a:ext cx="1314720" cy="485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1" lang="en-US" sz="2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fld id="{2570DEEE-FE79-4563-AC69-1C464E616F08}" type="slidenum">
              <a:rPr b="1" lang="en-US" sz="24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CA" sz="2400" spc="-1" strike="noStrike"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3"/>
          </p:nvPr>
        </p:nvSpPr>
        <p:spPr>
          <a:xfrm>
            <a:off x="609480" y="6172200"/>
            <a:ext cx="4570920" cy="303840"/>
          </a:xfrm>
          <a:prstGeom prst="rect">
            <a:avLst/>
          </a:prstGeom>
          <a:noFill/>
          <a:ln w="0">
            <a:noFill/>
          </a:ln>
        </p:spPr>
        <p:txBody>
          <a:bodyPr bIns="0" anchor="b">
            <a:noAutofit/>
          </a:bodyPr>
          <a:lstStyle>
            <a:lvl1pPr>
              <a:defRPr b="0" lang="en-CA" sz="1400" spc="-1" strike="noStrike">
                <a:latin typeface="Times New Roman"/>
              </a:defRPr>
            </a:lvl1pPr>
          </a:lstStyle>
          <a:p>
            <a:r>
              <a:rPr b="0" lang="en-CA" sz="1400" spc="-1" strike="noStrike">
                <a:latin typeface="Times New Roman"/>
              </a:rPr>
              <a:t>&lt;date/time&gt;</a:t>
            </a:r>
            <a:endParaRPr b="0" lang="en-CA" sz="1400" spc="-1" strike="noStrike"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body"/>
          </p:nvPr>
        </p:nvSpPr>
        <p:spPr>
          <a:xfrm>
            <a:off x="424800" y="1015200"/>
            <a:ext cx="10994400" cy="505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Click to edit the outline text format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Second Outline Level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Third Outline Level</a:t>
            </a:r>
            <a:endParaRPr b="0" lang="en-CA" sz="1400" spc="-1" strike="noStrike">
              <a:latin typeface="Nirmala UI Semilight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000" spc="-1" strike="noStrike">
                <a:latin typeface="Nirmala UI Semilight"/>
              </a:rPr>
              <a:t>Fourth Outline Level</a:t>
            </a:r>
            <a:endParaRPr b="0" lang="en-CA" sz="2000" spc="-1" strike="noStrike">
              <a:latin typeface="Nirmala UI Semilight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Fifth Outline Level</a:t>
            </a:r>
            <a:endParaRPr b="0" lang="en-CA" sz="2000" spc="-1" strike="noStrike">
              <a:latin typeface="Nirmala UI Semilight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Sixth Outline Level</a:t>
            </a:r>
            <a:endParaRPr b="0" lang="en-CA" sz="2000" spc="-1" strike="noStrike">
              <a:latin typeface="Nirmala UI Semilight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Seventh Outline Level</a:t>
            </a:r>
            <a:endParaRPr b="0" lang="en-CA" sz="2000" spc="-1" strike="noStrike">
              <a:latin typeface="Nirmala UI Semiligh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6"/>
          <p:cNvSpPr/>
          <p:nvPr/>
        </p:nvSpPr>
        <p:spPr>
          <a:xfrm>
            <a:off x="12001320" y="0"/>
            <a:ext cx="189360" cy="1370520"/>
          </a:xfrm>
          <a:prstGeom prst="rect">
            <a:avLst/>
          </a:prstGeom>
          <a:solidFill>
            <a:srgbClr val="d1282e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Rectangle 7"/>
          <p:cNvSpPr/>
          <p:nvPr/>
        </p:nvSpPr>
        <p:spPr>
          <a:xfrm>
            <a:off x="12001320" y="1371600"/>
            <a:ext cx="189360" cy="5485320"/>
          </a:xfrm>
          <a:prstGeom prst="rect">
            <a:avLst/>
          </a:prstGeom>
          <a:solidFill>
            <a:srgbClr val="000000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cxnSp>
        <p:nvCxnSpPr>
          <p:cNvPr id="47" name="Straight Connector 8"/>
          <p:cNvCxnSpPr/>
          <p:nvPr/>
        </p:nvCxnSpPr>
        <p:spPr>
          <a:xfrm>
            <a:off x="6663240" y="1656720"/>
            <a:ext cx="1080" cy="4444920"/>
          </a:xfrm>
          <a:prstGeom prst="straightConnector1">
            <a:avLst/>
          </a:prstGeom>
          <a:ln w="9360">
            <a:solidFill>
              <a:srgbClr val="9d1e23"/>
            </a:solidFill>
            <a:round/>
          </a:ln>
        </p:spPr>
      </p:cxnSp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Click to edit the title text format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Click to edit the outline text format</a:t>
            </a:r>
            <a:endParaRPr b="0" lang="en-CA" sz="20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75000"/>
              <a:buFont typeface="Symbol" charset="2"/>
              <a:buChar char=""/>
            </a:pPr>
            <a:r>
              <a:rPr b="0" lang="en-CA" sz="1600" spc="-1" strike="noStrike">
                <a:latin typeface="Nirmala UI Semilight"/>
              </a:rPr>
              <a:t>Second Outline Level</a:t>
            </a:r>
            <a:endParaRPr b="0" lang="en-CA" sz="1600" spc="-1" strike="noStrike">
              <a:latin typeface="Nirmala UI Semilight"/>
            </a:endParaRPr>
          </a:p>
          <a:p>
            <a:pPr lvl="2" marL="1296000" indent="-288000"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Third Outline Level</a:t>
            </a:r>
            <a:endParaRPr b="0" lang="en-CA" sz="1400" spc="-1" strike="noStrike">
              <a:latin typeface="Nirmala UI Semilight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000" spc="-1" strike="noStrike">
                <a:latin typeface="Nirmala UI Semilight"/>
              </a:rPr>
              <a:t>Fourth Outline Level</a:t>
            </a:r>
            <a:endParaRPr b="0" lang="en-CA" sz="2000" spc="-1" strike="noStrike">
              <a:latin typeface="Nirmala UI Semilight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Fifth Outline Level</a:t>
            </a:r>
            <a:endParaRPr b="0" lang="en-CA" sz="2000" spc="-1" strike="noStrike">
              <a:latin typeface="Nirmala UI Semilight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Sixth Outline Level</a:t>
            </a:r>
            <a:endParaRPr b="0" lang="en-CA" sz="2000" spc="-1" strike="noStrike">
              <a:latin typeface="Nirmala UI Semilight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Seventh Outline Level</a:t>
            </a:r>
            <a:endParaRPr b="0" lang="en-CA" sz="2000" spc="-1" strike="noStrike">
              <a:latin typeface="Nirmala UI Semilight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581544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Click to edit the outline text format</a:t>
            </a:r>
            <a:endParaRPr b="0" lang="en-CA" sz="20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75000"/>
              <a:buFont typeface="Symbol" charset="2"/>
              <a:buChar char=""/>
            </a:pPr>
            <a:r>
              <a:rPr b="0" lang="en-CA" sz="1600" spc="-1" strike="noStrike">
                <a:latin typeface="Nirmala UI Semilight"/>
              </a:rPr>
              <a:t>Second Outline Level</a:t>
            </a:r>
            <a:endParaRPr b="0" lang="en-CA" sz="1600" spc="-1" strike="noStrike">
              <a:latin typeface="Nirmala UI Semilight"/>
            </a:endParaRPr>
          </a:p>
          <a:p>
            <a:pPr lvl="2" marL="1296000" indent="-288000"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Third Outline Level</a:t>
            </a:r>
            <a:endParaRPr b="0" lang="en-CA" sz="1400" spc="-1" strike="noStrike">
              <a:latin typeface="Nirmala UI Semilight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000" spc="-1" strike="noStrike">
                <a:latin typeface="Nirmala UI Semilight"/>
              </a:rPr>
              <a:t>Fourth Outline Level</a:t>
            </a:r>
            <a:endParaRPr b="0" lang="en-CA" sz="2000" spc="-1" strike="noStrike">
              <a:latin typeface="Nirmala UI Semilight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Fifth Outline Level</a:t>
            </a:r>
            <a:endParaRPr b="0" lang="en-CA" sz="2000" spc="-1" strike="noStrike">
              <a:latin typeface="Nirmala UI Semilight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Sixth Outline Level</a:t>
            </a:r>
            <a:endParaRPr b="0" lang="en-CA" sz="2000" spc="-1" strike="noStrike">
              <a:latin typeface="Nirmala UI Semilight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Seventh Outline Level</a:t>
            </a:r>
            <a:endParaRPr b="0" lang="en-CA" sz="2000" spc="-1" strike="noStrike">
              <a:latin typeface="Nirmala UI Semilight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ftr" idx="4"/>
          </p:nvPr>
        </p:nvSpPr>
        <p:spPr>
          <a:xfrm>
            <a:off x="609480" y="6492960"/>
            <a:ext cx="4570920" cy="282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-CA" sz="10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CA" sz="1000" spc="-1" strike="noStrike">
                <a:solidFill>
                  <a:srgbClr val="000000"/>
                </a:solidFill>
                <a:latin typeface="Arial"/>
              </a:rPr>
              <a:t>&lt;footer&gt;</a:t>
            </a:r>
            <a:endParaRPr b="0" lang="en-CA" sz="1000" spc="-1" strike="noStrike"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sldNum" idx="5"/>
          </p:nvPr>
        </p:nvSpPr>
        <p:spPr>
          <a:xfrm rot="16200000">
            <a:off x="11188800" y="5825520"/>
            <a:ext cx="1314720" cy="485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1" lang="en-US" sz="2400" spc="-1" strike="noStrike">
                <a:solidFill>
                  <a:srgbClr val="d1282e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fld id="{8DCF0420-F640-4262-99F2-56180099199E}" type="slidenum">
              <a:rPr b="1" lang="en-US" sz="2400" spc="-1" strike="noStrike">
                <a:solidFill>
                  <a:srgbClr val="d1282e"/>
                </a:solidFill>
                <a:latin typeface="Arial"/>
              </a:rPr>
              <a:t>&lt;number&gt;</a:t>
            </a:fld>
            <a:endParaRPr b="0" lang="en-CA" sz="2400" spc="-1" strike="noStrike"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dt" idx="6"/>
          </p:nvPr>
        </p:nvSpPr>
        <p:spPr>
          <a:xfrm>
            <a:off x="609480" y="6172200"/>
            <a:ext cx="4570920" cy="303840"/>
          </a:xfrm>
          <a:prstGeom prst="rect">
            <a:avLst/>
          </a:prstGeom>
          <a:noFill/>
          <a:ln w="0">
            <a:noFill/>
          </a:ln>
        </p:spPr>
        <p:txBody>
          <a:bodyPr bIns="0" anchor="b">
            <a:noAutofit/>
          </a:bodyPr>
          <a:lstStyle>
            <a:lvl1pPr>
              <a:defRPr b="0" lang="en-CA" sz="1400" spc="-1" strike="noStrike">
                <a:latin typeface="Times New Roman"/>
              </a:defRPr>
            </a:lvl1pPr>
          </a:lstStyle>
          <a:p>
            <a:r>
              <a:rPr b="0" lang="en-CA" sz="1400" spc="-1" strike="noStrike">
                <a:latin typeface="Times New Roman"/>
              </a:rPr>
              <a:t>&lt;date/time&gt;</a:t>
            </a:r>
            <a:endParaRPr b="0" lang="en-CA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ctangle 6"/>
          <p:cNvSpPr/>
          <p:nvPr/>
        </p:nvSpPr>
        <p:spPr>
          <a:xfrm>
            <a:off x="12001320" y="0"/>
            <a:ext cx="189360" cy="1370520"/>
          </a:xfrm>
          <a:prstGeom prst="rect">
            <a:avLst/>
          </a:prstGeom>
          <a:solidFill>
            <a:srgbClr val="d1282e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1" name="Rectangle 7"/>
          <p:cNvSpPr/>
          <p:nvPr/>
        </p:nvSpPr>
        <p:spPr>
          <a:xfrm>
            <a:off x="12001320" y="1371600"/>
            <a:ext cx="189360" cy="5485320"/>
          </a:xfrm>
          <a:prstGeom prst="rect">
            <a:avLst/>
          </a:prstGeom>
          <a:solidFill>
            <a:srgbClr val="000000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cxnSp>
        <p:nvCxnSpPr>
          <p:cNvPr id="92" name="Straight Connector 8"/>
          <p:cNvCxnSpPr/>
          <p:nvPr/>
        </p:nvCxnSpPr>
        <p:spPr>
          <a:xfrm>
            <a:off x="6663240" y="1541160"/>
            <a:ext cx="1080" cy="4444920"/>
          </a:xfrm>
          <a:prstGeom prst="straightConnector1">
            <a:avLst/>
          </a:prstGeom>
          <a:ln w="9360">
            <a:solidFill>
              <a:srgbClr val="9d1e23"/>
            </a:solidFill>
            <a:round/>
          </a:ln>
        </p:spPr>
      </p:cxnSp>
      <p:sp>
        <p:nvSpPr>
          <p:cNvPr id="93" name="PlaceHolder 1"/>
          <p:cNvSpPr>
            <a:spLocks noGrp="1"/>
          </p:cNvSpPr>
          <p:nvPr>
            <p:ph type="ftr" idx="7"/>
          </p:nvPr>
        </p:nvSpPr>
        <p:spPr>
          <a:xfrm>
            <a:off x="609480" y="6492960"/>
            <a:ext cx="4570920" cy="282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-CA" sz="10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CA" sz="1000" spc="-1" strike="noStrike">
                <a:solidFill>
                  <a:srgbClr val="000000"/>
                </a:solidFill>
                <a:latin typeface="Arial"/>
              </a:rPr>
              <a:t>&lt;footer&gt;</a:t>
            </a:r>
            <a:endParaRPr b="0" lang="en-CA" sz="1000" spc="-1" strike="noStrike">
              <a:latin typeface="Times New Roman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sldNum" idx="8"/>
          </p:nvPr>
        </p:nvSpPr>
        <p:spPr>
          <a:xfrm rot="16200000">
            <a:off x="11188800" y="5825520"/>
            <a:ext cx="1314720" cy="485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1" lang="en-US" sz="2400" spc="-1" strike="noStrike">
                <a:solidFill>
                  <a:srgbClr val="d1282e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fld id="{E3AB5D36-034C-4BDA-A225-CECEAD1EB0EA}" type="slidenum">
              <a:rPr b="1" lang="en-US" sz="2400" spc="-1" strike="noStrike">
                <a:solidFill>
                  <a:srgbClr val="d1282e"/>
                </a:solidFill>
                <a:latin typeface="Arial"/>
              </a:rPr>
              <a:t>&lt;number&gt;</a:t>
            </a:fld>
            <a:endParaRPr b="0" lang="en-CA" sz="2400" spc="-1" strike="noStrike">
              <a:latin typeface="Times New Roman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CA" sz="4400" spc="-1" strike="noStrike">
                <a:latin typeface="Arial"/>
              </a:rPr>
              <a:t>Click to edit the title text format</a:t>
            </a:r>
            <a:endParaRPr b="0" lang="en-CA" sz="4400" spc="-1" strike="noStrike">
              <a:latin typeface="Arial"/>
            </a:endParaRPr>
          </a:p>
        </p:txBody>
      </p:sp>
      <p:sp>
        <p:nvSpPr>
          <p:cNvPr id="96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3200" spc="-1" strike="noStrike">
                <a:latin typeface="Arial"/>
              </a:rPr>
              <a:t>Click to edit the outline text format</a:t>
            </a:r>
            <a:endParaRPr b="0" lang="en-CA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800" spc="-1" strike="noStrike">
                <a:latin typeface="Arial"/>
              </a:rPr>
              <a:t>Second Outline Level</a:t>
            </a:r>
            <a:endParaRPr b="0" lang="en-CA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Arial"/>
              </a:rPr>
              <a:t>Third Outline Level</a:t>
            </a:r>
            <a:endParaRPr b="0" lang="en-CA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000" spc="-1" strike="noStrike">
                <a:latin typeface="Arial"/>
              </a:rPr>
              <a:t>Fourth Outline Level</a:t>
            </a:r>
            <a:endParaRPr b="0" lang="en-CA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Fifth Outline Level</a:t>
            </a:r>
            <a:endParaRPr b="0" lang="en-CA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Sixth Outline Level</a:t>
            </a:r>
            <a:endParaRPr b="0" lang="en-CA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Seventh Outline Level</a:t>
            </a:r>
            <a:endParaRPr b="0" lang="en-CA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Rectangle 6"/>
          <p:cNvSpPr/>
          <p:nvPr/>
        </p:nvSpPr>
        <p:spPr>
          <a:xfrm>
            <a:off x="12001320" y="0"/>
            <a:ext cx="189360" cy="1370520"/>
          </a:xfrm>
          <a:prstGeom prst="rect">
            <a:avLst/>
          </a:prstGeom>
          <a:solidFill>
            <a:srgbClr val="d1282e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4" name="Rectangle 7"/>
          <p:cNvSpPr/>
          <p:nvPr/>
        </p:nvSpPr>
        <p:spPr>
          <a:xfrm>
            <a:off x="12001320" y="1371600"/>
            <a:ext cx="189360" cy="5485320"/>
          </a:xfrm>
          <a:prstGeom prst="rect">
            <a:avLst/>
          </a:prstGeom>
          <a:solidFill>
            <a:srgbClr val="000000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CA" sz="4400" spc="-1" strike="noStrike">
                <a:latin typeface="Arial"/>
              </a:rPr>
              <a:t>Click to edit the title text format</a:t>
            </a:r>
            <a:endParaRPr b="0" lang="en-CA" sz="4400" spc="-1" strike="noStrike">
              <a:latin typeface="Arial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 type="body"/>
          </p:nvPr>
        </p:nvSpPr>
        <p:spPr>
          <a:xfrm>
            <a:off x="609480" y="1073880"/>
            <a:ext cx="1015884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3200" spc="-1" strike="noStrike">
                <a:latin typeface="Arial"/>
              </a:rPr>
              <a:t>Click to edit the outline text format</a:t>
            </a:r>
            <a:endParaRPr b="0" lang="en-CA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800" spc="-1" strike="noStrike">
                <a:latin typeface="Arial"/>
              </a:rPr>
              <a:t>Second Outline Level</a:t>
            </a:r>
            <a:endParaRPr b="0" lang="en-CA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Arial"/>
              </a:rPr>
              <a:t>Third Outline Level</a:t>
            </a:r>
            <a:endParaRPr b="0" lang="en-CA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000" spc="-1" strike="noStrike">
                <a:latin typeface="Arial"/>
              </a:rPr>
              <a:t>Fourth Outline Level</a:t>
            </a:r>
            <a:endParaRPr b="0" lang="en-CA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Fifth Outline Level</a:t>
            </a:r>
            <a:endParaRPr b="0" lang="en-CA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Sixth Outline Level</a:t>
            </a:r>
            <a:endParaRPr b="0" lang="en-CA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Seventh Outline Level</a:t>
            </a:r>
            <a:endParaRPr b="0" lang="en-CA" sz="2000" spc="-1" strike="noStrike">
              <a:latin typeface="Arial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 type="ftr" idx="9"/>
          </p:nvPr>
        </p:nvSpPr>
        <p:spPr>
          <a:xfrm>
            <a:off x="44280" y="6574320"/>
            <a:ext cx="4570920" cy="282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rgbClr val="a6a6a6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6a6a6"/>
                </a:solidFill>
                <a:latin typeface="Arial"/>
              </a:rPr>
              <a:t>&lt;footer&gt;</a:t>
            </a:r>
            <a:endParaRPr b="0" lang="en-CA" sz="1000" spc="-1" strike="noStrike">
              <a:latin typeface="Times New Roman"/>
            </a:endParaRPr>
          </a:p>
        </p:txBody>
      </p:sp>
      <p:sp>
        <p:nvSpPr>
          <p:cNvPr id="138" name="PlaceHolder 4"/>
          <p:cNvSpPr>
            <a:spLocks noGrp="1"/>
          </p:cNvSpPr>
          <p:nvPr>
            <p:ph type="sldNum" idx="10"/>
          </p:nvPr>
        </p:nvSpPr>
        <p:spPr>
          <a:xfrm rot="16200000">
            <a:off x="11188800" y="5825520"/>
            <a:ext cx="1314720" cy="485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1" lang="en-US" sz="2400" spc="-1" strike="noStrike">
                <a:solidFill>
                  <a:srgbClr val="d1282e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fld id="{0944C5B0-A032-4CA5-B59D-1BE2CD6049BF}" type="slidenum">
              <a:rPr b="1" lang="en-US" sz="2400" spc="-1" strike="noStrike">
                <a:solidFill>
                  <a:srgbClr val="d1282e"/>
                </a:solidFill>
                <a:latin typeface="Arial"/>
              </a:rPr>
              <a:t>&lt;number&gt;</a:t>
            </a:fld>
            <a:endParaRPr b="0" lang="en-CA" sz="2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Rectangle 6" hidden="1"/>
          <p:cNvSpPr/>
          <p:nvPr/>
        </p:nvSpPr>
        <p:spPr>
          <a:xfrm>
            <a:off x="12001320" y="0"/>
            <a:ext cx="189360" cy="1370520"/>
          </a:xfrm>
          <a:prstGeom prst="rect">
            <a:avLst/>
          </a:prstGeom>
          <a:solidFill>
            <a:srgbClr val="d1282e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6" name="Rectangle 7" hidden="1"/>
          <p:cNvSpPr/>
          <p:nvPr/>
        </p:nvSpPr>
        <p:spPr>
          <a:xfrm>
            <a:off x="12001320" y="1371600"/>
            <a:ext cx="189360" cy="5485320"/>
          </a:xfrm>
          <a:prstGeom prst="rect">
            <a:avLst/>
          </a:prstGeom>
          <a:solidFill>
            <a:srgbClr val="000000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7" name="Rectangle 8"/>
          <p:cNvSpPr/>
          <p:nvPr/>
        </p:nvSpPr>
        <p:spPr>
          <a:xfrm>
            <a:off x="12001320" y="4846320"/>
            <a:ext cx="189360" cy="2010600"/>
          </a:xfrm>
          <a:prstGeom prst="rect">
            <a:avLst/>
          </a:prstGeom>
          <a:solidFill>
            <a:srgbClr val="d1282e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8" name="Rectangle 9"/>
          <p:cNvSpPr/>
          <p:nvPr/>
        </p:nvSpPr>
        <p:spPr>
          <a:xfrm>
            <a:off x="12001320" y="0"/>
            <a:ext cx="189360" cy="4845240"/>
          </a:xfrm>
          <a:prstGeom prst="rect">
            <a:avLst/>
          </a:prstGeom>
          <a:solidFill>
            <a:srgbClr val="000000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Click to edit the title text format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 type="ftr" idx="11"/>
          </p:nvPr>
        </p:nvSpPr>
        <p:spPr>
          <a:xfrm>
            <a:off x="609480" y="6492960"/>
            <a:ext cx="4570920" cy="282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-CA" sz="10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CA" sz="1000" spc="-1" strike="noStrike">
                <a:solidFill>
                  <a:srgbClr val="000000"/>
                </a:solidFill>
                <a:latin typeface="Arial"/>
              </a:rPr>
              <a:t>&lt;footer&gt;</a:t>
            </a:r>
            <a:endParaRPr b="0" lang="en-CA" sz="1000" spc="-1" strike="noStrike">
              <a:latin typeface="Times New Roman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 type="sldNum" idx="12"/>
          </p:nvPr>
        </p:nvSpPr>
        <p:spPr>
          <a:xfrm rot="16200000">
            <a:off x="11188800" y="5825520"/>
            <a:ext cx="1314720" cy="485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1" lang="en-US" sz="2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fld id="{163FFF00-AF38-4C8A-B3C4-C01BF6B0FC54}" type="slidenum">
              <a:rPr b="1" lang="en-US" sz="24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CA" sz="2400" spc="-1" strike="noStrike">
              <a:latin typeface="Times New Roman"/>
            </a:endParaRPr>
          </a:p>
        </p:txBody>
      </p:sp>
      <p:sp>
        <p:nvSpPr>
          <p:cNvPr id="182" name="PlaceHolder 4"/>
          <p:cNvSpPr>
            <a:spLocks noGrp="1"/>
          </p:cNvSpPr>
          <p:nvPr>
            <p:ph type="dt" idx="13"/>
          </p:nvPr>
        </p:nvSpPr>
        <p:spPr>
          <a:xfrm>
            <a:off x="609480" y="6172200"/>
            <a:ext cx="4570920" cy="303840"/>
          </a:xfrm>
          <a:prstGeom prst="rect">
            <a:avLst/>
          </a:prstGeom>
          <a:noFill/>
          <a:ln w="0">
            <a:noFill/>
          </a:ln>
        </p:spPr>
        <p:txBody>
          <a:bodyPr bIns="0" anchor="b">
            <a:noAutofit/>
          </a:bodyPr>
          <a:lstStyle>
            <a:lvl1pPr>
              <a:defRPr b="0" lang="en-CA" sz="1400" spc="-1" strike="noStrike">
                <a:latin typeface="Times New Roman"/>
              </a:defRPr>
            </a:lvl1pPr>
          </a:lstStyle>
          <a:p>
            <a:r>
              <a:rPr b="0" lang="en-CA" sz="1400" spc="-1" strike="noStrike">
                <a:latin typeface="Times New Roman"/>
              </a:rPr>
              <a:t>&lt;date/time&gt;</a:t>
            </a:r>
            <a:endParaRPr b="0" lang="en-CA" sz="1400" spc="-1" strike="noStrike">
              <a:latin typeface="Times New Roman"/>
            </a:endParaRPr>
          </a:p>
        </p:txBody>
      </p:sp>
      <p:sp>
        <p:nvSpPr>
          <p:cNvPr id="183" name="PlaceHolder 5"/>
          <p:cNvSpPr>
            <a:spLocks noGrp="1"/>
          </p:cNvSpPr>
          <p:nvPr>
            <p:ph type="body"/>
          </p:nvPr>
        </p:nvSpPr>
        <p:spPr>
          <a:xfrm>
            <a:off x="424800" y="1015200"/>
            <a:ext cx="10994400" cy="505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Click to edit the outline text format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Second Outline Level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Third Outline Level</a:t>
            </a:r>
            <a:endParaRPr b="0" lang="en-CA" sz="1400" spc="-1" strike="noStrike">
              <a:latin typeface="Nirmala UI Semilight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000" spc="-1" strike="noStrike">
                <a:latin typeface="Nirmala UI Semilight"/>
              </a:rPr>
              <a:t>Fourth Outline Level</a:t>
            </a:r>
            <a:endParaRPr b="0" lang="en-CA" sz="2000" spc="-1" strike="noStrike">
              <a:latin typeface="Nirmala UI Semilight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Fifth Outline Level</a:t>
            </a:r>
            <a:endParaRPr b="0" lang="en-CA" sz="2000" spc="-1" strike="noStrike">
              <a:latin typeface="Nirmala UI Semilight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Sixth Outline Level</a:t>
            </a:r>
            <a:endParaRPr b="0" lang="en-CA" sz="2000" spc="-1" strike="noStrike">
              <a:latin typeface="Nirmala UI Semilight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Seventh Outline Level</a:t>
            </a:r>
            <a:endParaRPr b="0" lang="en-CA" sz="2000" spc="-1" strike="noStrike">
              <a:latin typeface="Nirmala UI Semiligh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Rectangle 6"/>
          <p:cNvSpPr/>
          <p:nvPr/>
        </p:nvSpPr>
        <p:spPr>
          <a:xfrm>
            <a:off x="12001320" y="0"/>
            <a:ext cx="189360" cy="1370520"/>
          </a:xfrm>
          <a:prstGeom prst="rect">
            <a:avLst/>
          </a:prstGeom>
          <a:solidFill>
            <a:srgbClr val="d1282e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1" name="Rectangle 7"/>
          <p:cNvSpPr/>
          <p:nvPr/>
        </p:nvSpPr>
        <p:spPr>
          <a:xfrm>
            <a:off x="12001320" y="1371600"/>
            <a:ext cx="189360" cy="5485320"/>
          </a:xfrm>
          <a:prstGeom prst="rect">
            <a:avLst/>
          </a:prstGeom>
          <a:solidFill>
            <a:srgbClr val="000000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cxnSp>
        <p:nvCxnSpPr>
          <p:cNvPr id="222" name="Straight Connector 8"/>
          <p:cNvCxnSpPr/>
          <p:nvPr/>
        </p:nvCxnSpPr>
        <p:spPr>
          <a:xfrm>
            <a:off x="6663240" y="1656720"/>
            <a:ext cx="1080" cy="4444920"/>
          </a:xfrm>
          <a:prstGeom prst="straightConnector1">
            <a:avLst/>
          </a:prstGeom>
          <a:ln w="9360">
            <a:solidFill>
              <a:srgbClr val="9d1e23"/>
            </a:solidFill>
            <a:round/>
          </a:ln>
        </p:spPr>
      </p:cxnSp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CA" sz="4400" spc="-1" strike="noStrike">
                <a:latin typeface="Arial"/>
              </a:rPr>
              <a:t>Click to edit the title text format</a:t>
            </a:r>
            <a:endParaRPr b="0" lang="en-CA" sz="4400" spc="-1" strike="noStrike">
              <a:latin typeface="Arial"/>
            </a:endParaRPr>
          </a:p>
        </p:txBody>
      </p:sp>
      <p:sp>
        <p:nvSpPr>
          <p:cNvPr id="224" name="PlaceHolder 2"/>
          <p:cNvSpPr>
            <a:spLocks noGrp="1"/>
          </p:cNvSpPr>
          <p:nvPr>
            <p:ph type="body"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3200" spc="-1" strike="noStrike">
                <a:latin typeface="Arial"/>
              </a:rPr>
              <a:t>Click to edit the outline text format</a:t>
            </a:r>
            <a:endParaRPr b="0" lang="en-CA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800" spc="-1" strike="noStrike">
                <a:latin typeface="Arial"/>
              </a:rPr>
              <a:t>Second Outline Level</a:t>
            </a:r>
            <a:endParaRPr b="0" lang="en-CA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Arial"/>
              </a:rPr>
              <a:t>Third Outline Level</a:t>
            </a:r>
            <a:endParaRPr b="0" lang="en-CA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000" spc="-1" strike="noStrike">
                <a:latin typeface="Arial"/>
              </a:rPr>
              <a:t>Fourth Outline Level</a:t>
            </a:r>
            <a:endParaRPr b="0" lang="en-CA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Fifth Outline Level</a:t>
            </a:r>
            <a:endParaRPr b="0" lang="en-CA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Sixth Outline Level</a:t>
            </a:r>
            <a:endParaRPr b="0" lang="en-CA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Seventh Outline Level</a:t>
            </a:r>
            <a:endParaRPr b="0" lang="en-CA" sz="2000" spc="-1" strike="noStrike">
              <a:latin typeface="Arial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 type="body"/>
          </p:nvPr>
        </p:nvSpPr>
        <p:spPr>
          <a:xfrm>
            <a:off x="581544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3200" spc="-1" strike="noStrike">
                <a:latin typeface="Arial"/>
              </a:rPr>
              <a:t>Click to edit the outline text format</a:t>
            </a:r>
            <a:endParaRPr b="0" lang="en-CA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800" spc="-1" strike="noStrike">
                <a:latin typeface="Arial"/>
              </a:rPr>
              <a:t>Second Outline Level</a:t>
            </a:r>
            <a:endParaRPr b="0" lang="en-CA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Arial"/>
              </a:rPr>
              <a:t>Third Outline Level</a:t>
            </a:r>
            <a:endParaRPr b="0" lang="en-CA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000" spc="-1" strike="noStrike">
                <a:latin typeface="Arial"/>
              </a:rPr>
              <a:t>Fourth Outline Level</a:t>
            </a:r>
            <a:endParaRPr b="0" lang="en-CA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Fifth Outline Level</a:t>
            </a:r>
            <a:endParaRPr b="0" lang="en-CA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Sixth Outline Level</a:t>
            </a:r>
            <a:endParaRPr b="0" lang="en-CA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Seventh Outline Level</a:t>
            </a:r>
            <a:endParaRPr b="0" lang="en-CA" sz="2000" spc="-1" strike="noStrike">
              <a:latin typeface="Arial"/>
            </a:endParaRPr>
          </a:p>
        </p:txBody>
      </p:sp>
      <p:sp>
        <p:nvSpPr>
          <p:cNvPr id="226" name="PlaceHolder 4"/>
          <p:cNvSpPr>
            <a:spLocks noGrp="1"/>
          </p:cNvSpPr>
          <p:nvPr>
            <p:ph type="ftr" idx="14"/>
          </p:nvPr>
        </p:nvSpPr>
        <p:spPr>
          <a:xfrm>
            <a:off x="609480" y="6492960"/>
            <a:ext cx="4570920" cy="282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-CA" sz="10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CA" sz="1000" spc="-1" strike="noStrike">
                <a:solidFill>
                  <a:srgbClr val="000000"/>
                </a:solidFill>
                <a:latin typeface="Arial"/>
              </a:rPr>
              <a:t>&lt;footer&gt;</a:t>
            </a:r>
            <a:endParaRPr b="0" lang="en-CA" sz="1000" spc="-1" strike="noStrike">
              <a:latin typeface="Times New Roman"/>
            </a:endParaRPr>
          </a:p>
        </p:txBody>
      </p:sp>
      <p:sp>
        <p:nvSpPr>
          <p:cNvPr id="227" name="PlaceHolder 5"/>
          <p:cNvSpPr>
            <a:spLocks noGrp="1"/>
          </p:cNvSpPr>
          <p:nvPr>
            <p:ph type="sldNum" idx="15"/>
          </p:nvPr>
        </p:nvSpPr>
        <p:spPr>
          <a:xfrm rot="16200000">
            <a:off x="11188800" y="5825520"/>
            <a:ext cx="1314720" cy="485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1" lang="en-US" sz="2400" spc="-1" strike="noStrike">
                <a:solidFill>
                  <a:srgbClr val="d1282e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fld id="{4014DE26-1851-4FD3-8570-64A918E5BD0F}" type="slidenum">
              <a:rPr b="1" lang="en-US" sz="2400" spc="-1" strike="noStrike">
                <a:solidFill>
                  <a:srgbClr val="d1282e"/>
                </a:solidFill>
                <a:latin typeface="Arial"/>
              </a:rPr>
              <a:t>&lt;number&gt;</a:t>
            </a:fld>
            <a:endParaRPr b="0" lang="en-CA" sz="2400" spc="-1" strike="noStrike">
              <a:latin typeface="Times New Roman"/>
            </a:endParaRPr>
          </a:p>
        </p:txBody>
      </p:sp>
      <p:sp>
        <p:nvSpPr>
          <p:cNvPr id="228" name="PlaceHolder 6"/>
          <p:cNvSpPr>
            <a:spLocks noGrp="1"/>
          </p:cNvSpPr>
          <p:nvPr>
            <p:ph type="dt" idx="16"/>
          </p:nvPr>
        </p:nvSpPr>
        <p:spPr>
          <a:xfrm>
            <a:off x="609480" y="6172200"/>
            <a:ext cx="4570920" cy="303840"/>
          </a:xfrm>
          <a:prstGeom prst="rect">
            <a:avLst/>
          </a:prstGeom>
          <a:noFill/>
          <a:ln w="0">
            <a:noFill/>
          </a:ln>
        </p:spPr>
        <p:txBody>
          <a:bodyPr bIns="0" anchor="b">
            <a:noAutofit/>
          </a:bodyPr>
          <a:lstStyle>
            <a:lvl1pPr>
              <a:defRPr b="0" lang="en-CA" sz="1400" spc="-1" strike="noStrike">
                <a:latin typeface="Times New Roman"/>
              </a:defRPr>
            </a:lvl1pPr>
          </a:lstStyle>
          <a:p>
            <a:r>
              <a:rPr b="0" lang="en-CA" sz="1400" spc="-1" strike="noStrike">
                <a:latin typeface="Times New Roman"/>
              </a:rPr>
              <a:t>&lt;date/time&gt;</a:t>
            </a:r>
            <a:endParaRPr b="0" lang="en-CA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Rectangle 6"/>
          <p:cNvSpPr/>
          <p:nvPr/>
        </p:nvSpPr>
        <p:spPr>
          <a:xfrm>
            <a:off x="12001320" y="0"/>
            <a:ext cx="190080" cy="1371240"/>
          </a:xfrm>
          <a:prstGeom prst="rect">
            <a:avLst/>
          </a:prstGeom>
          <a:solidFill>
            <a:srgbClr val="d1282e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6" name="Rectangle 7"/>
          <p:cNvSpPr/>
          <p:nvPr/>
        </p:nvSpPr>
        <p:spPr>
          <a:xfrm>
            <a:off x="12001320" y="1371600"/>
            <a:ext cx="190080" cy="5486040"/>
          </a:xfrm>
          <a:prstGeom prst="rect">
            <a:avLst/>
          </a:prstGeom>
          <a:solidFill>
            <a:srgbClr val="000000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7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7721280" cy="13712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600" spc="-60" strike="noStrike" cap="all">
                <a:solidFill>
                  <a:srgbClr val="d1282e"/>
                </a:solidFill>
                <a:latin typeface="Arial Black"/>
              </a:rPr>
              <a:t>Click to edit Master title style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PlaceHolder 2"/>
          <p:cNvSpPr>
            <a:spLocks noGrp="1"/>
          </p:cNvSpPr>
          <p:nvPr>
            <p:ph type="body"/>
          </p:nvPr>
        </p:nvSpPr>
        <p:spPr>
          <a:xfrm>
            <a:off x="2174400" y="1574640"/>
            <a:ext cx="438876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432000" indent="-324000">
              <a:lnSpc>
                <a:spcPct val="100000"/>
              </a:lnSpc>
              <a:spcBef>
                <a:spcPts val="561"/>
              </a:spcBef>
              <a:spcAft>
                <a:spcPts val="601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Arial"/>
              </a:rPr>
              <a:t>Edit Master text styles</a:t>
            </a:r>
            <a:endParaRPr b="1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PlaceHolder 3"/>
          <p:cNvSpPr>
            <a:spLocks noGrp="1"/>
          </p:cNvSpPr>
          <p:nvPr>
            <p:ph type="body"/>
          </p:nvPr>
        </p:nvSpPr>
        <p:spPr>
          <a:xfrm>
            <a:off x="6786720" y="1574640"/>
            <a:ext cx="438876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100000"/>
              </a:lnSpc>
              <a:spcBef>
                <a:spcPts val="56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Arial"/>
              </a:rPr>
              <a:t>Edit Master text styles</a:t>
            </a:r>
            <a:endParaRPr b="1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457200" indent="-182880">
              <a:lnSpc>
                <a:spcPct val="100000"/>
              </a:lnSpc>
              <a:spcBef>
                <a:spcPts val="479"/>
              </a:spcBef>
              <a:buClr>
                <a:srgbClr val="d1282e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400"/>
              </a:spcBef>
              <a:buClr>
                <a:srgbClr val="d1282e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1600200" indent="-228600">
              <a:lnSpc>
                <a:spcPct val="100000"/>
              </a:lnSpc>
              <a:spcBef>
                <a:spcPts val="360"/>
              </a:spcBef>
              <a:buClr>
                <a:srgbClr val="d1282e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057400" indent="-228600">
              <a:lnSpc>
                <a:spcPct val="100000"/>
              </a:lnSpc>
              <a:spcBef>
                <a:spcPts val="360"/>
              </a:spcBef>
              <a:buClr>
                <a:srgbClr val="d1282e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PlaceHolder 4"/>
          <p:cNvSpPr>
            <a:spLocks noGrp="1"/>
          </p:cNvSpPr>
          <p:nvPr>
            <p:ph type="dt" idx="17"/>
          </p:nvPr>
        </p:nvSpPr>
        <p:spPr>
          <a:xfrm>
            <a:off x="609480" y="6172200"/>
            <a:ext cx="4571640" cy="304560"/>
          </a:xfrm>
          <a:prstGeom prst="rect">
            <a:avLst/>
          </a:prstGeom>
          <a:noFill/>
          <a:ln w="0">
            <a:noFill/>
          </a:ln>
        </p:spPr>
        <p:txBody>
          <a:bodyPr bIns="0" anchor="b">
            <a:noAutofit/>
          </a:bodyPr>
          <a:lstStyle>
            <a:lvl1pPr>
              <a:lnSpc>
                <a:spcPct val="100000"/>
              </a:lnSpc>
              <a:buNone/>
              <a:defRPr b="0" lang="en-US" sz="10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&lt;date/time&gt;</a:t>
            </a:r>
            <a:endParaRPr b="0" lang="en-CA" sz="1000" spc="-1" strike="noStrike">
              <a:latin typeface="Times New Roman"/>
            </a:endParaRPr>
          </a:p>
        </p:txBody>
      </p:sp>
      <p:sp>
        <p:nvSpPr>
          <p:cNvPr id="271" name="PlaceHolder 5"/>
          <p:cNvSpPr>
            <a:spLocks noGrp="1"/>
          </p:cNvSpPr>
          <p:nvPr>
            <p:ph type="ftr" idx="18"/>
          </p:nvPr>
        </p:nvSpPr>
        <p:spPr>
          <a:xfrm>
            <a:off x="609480" y="6492960"/>
            <a:ext cx="4571640" cy="2833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lvl1pPr>
              <a:lnSpc>
                <a:spcPct val="100000"/>
              </a:lnSpc>
              <a:buNone/>
              <a:defRPr b="0" lang="en-CA" sz="10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CA" sz="1000" spc="-1" strike="noStrike">
                <a:solidFill>
                  <a:srgbClr val="000000"/>
                </a:solidFill>
                <a:latin typeface="Arial"/>
              </a:rPr>
              <a:t>&lt;footer&gt;</a:t>
            </a:r>
            <a:endParaRPr b="0" lang="en-CA" sz="1000" spc="-1" strike="noStrike">
              <a:latin typeface="Times New Roman"/>
            </a:endParaRPr>
          </a:p>
        </p:txBody>
      </p:sp>
      <p:sp>
        <p:nvSpPr>
          <p:cNvPr id="272" name="PlaceHolder 6"/>
          <p:cNvSpPr>
            <a:spLocks noGrp="1"/>
          </p:cNvSpPr>
          <p:nvPr>
            <p:ph type="sldNum" idx="19"/>
          </p:nvPr>
        </p:nvSpPr>
        <p:spPr>
          <a:xfrm rot="16200000">
            <a:off x="11188800" y="5824800"/>
            <a:ext cx="1315440" cy="4863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1" lang="en-US" sz="2400" spc="-1" strike="noStrike">
                <a:solidFill>
                  <a:srgbClr val="d1282e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</a:pPr>
            <a:fld id="{4045C8D1-80AC-4FDF-941B-223049700729}" type="slidenum">
              <a:rPr b="1" lang="en-US" sz="2400" spc="-1" strike="noStrike">
                <a:solidFill>
                  <a:srgbClr val="d1282e"/>
                </a:solidFill>
                <a:latin typeface="Arial"/>
              </a:rPr>
              <a:t>&lt;number&gt;</a:t>
            </a:fld>
            <a:endParaRPr b="0" lang="en-CA" sz="2400" spc="-1" strike="noStrike">
              <a:latin typeface="Times New Roman"/>
            </a:endParaRPr>
          </a:p>
        </p:txBody>
      </p:sp>
      <p:cxnSp>
        <p:nvCxnSpPr>
          <p:cNvPr id="273" name="Straight Connector 8"/>
          <p:cNvCxnSpPr/>
          <p:nvPr/>
        </p:nvCxnSpPr>
        <p:spPr>
          <a:xfrm>
            <a:off x="6663240" y="1656720"/>
            <a:ext cx="360" cy="4444200"/>
          </a:xfrm>
          <a:prstGeom prst="straightConnector1">
            <a:avLst/>
          </a:prstGeom>
          <a:ln w="9360">
            <a:solidFill>
              <a:srgbClr val="9d1e23"/>
            </a:solidFill>
            <a:round/>
          </a:ln>
        </p:spPr>
      </p:cxn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5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37.xml"/><Relationship Id="rId3" Type="http://schemas.openxmlformats.org/officeDocument/2006/relationships/notesSlide" Target="../notesSlides/notesSlide3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Picture 5" descr=""/>
          <p:cNvPicPr/>
          <p:nvPr/>
        </p:nvPicPr>
        <p:blipFill>
          <a:blip r:embed="rId1"/>
          <a:stretch/>
        </p:blipFill>
        <p:spPr>
          <a:xfrm>
            <a:off x="0" y="1303920"/>
            <a:ext cx="12191040" cy="6094800"/>
          </a:xfrm>
          <a:prstGeom prst="rect">
            <a:avLst/>
          </a:prstGeom>
          <a:ln w="0">
            <a:noFill/>
          </a:ln>
        </p:spPr>
      </p:pic>
      <p:sp>
        <p:nvSpPr>
          <p:cNvPr id="317" name="PlaceHolder 1"/>
          <p:cNvSpPr>
            <a:spLocks noGrp="1"/>
          </p:cNvSpPr>
          <p:nvPr>
            <p:ph type="ftr" idx="23"/>
          </p:nvPr>
        </p:nvSpPr>
        <p:spPr>
          <a:xfrm>
            <a:off x="9588960" y="127440"/>
            <a:ext cx="2602080" cy="339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-US" sz="1100" spc="-1" strike="noStrike">
                <a:solidFill>
                  <a:srgbClr val="a6a6a6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6a6a6"/>
                </a:solidFill>
                <a:latin typeface="Arial"/>
              </a:rPr>
              <a:t>“</a:t>
            </a:r>
            <a:r>
              <a:rPr b="0" lang="en-US" sz="1100" spc="-1" strike="noStrike">
                <a:solidFill>
                  <a:srgbClr val="a6a6a6"/>
                </a:solidFill>
                <a:latin typeface="Arial"/>
              </a:rPr>
              <a:t>Develop a passion for learning.”</a:t>
            </a:r>
            <a:endParaRPr b="0" lang="en-CA" sz="1100" spc="-1" strike="noStrike">
              <a:latin typeface="Times New Roman"/>
            </a:endParaRPr>
          </a:p>
        </p:txBody>
      </p:sp>
      <p:sp>
        <p:nvSpPr>
          <p:cNvPr id="318" name="Text Box 2"/>
          <p:cNvSpPr/>
          <p:nvPr/>
        </p:nvSpPr>
        <p:spPr>
          <a:xfrm>
            <a:off x="58680" y="468000"/>
            <a:ext cx="10306080" cy="122580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7000"/>
              </a:lnSpc>
              <a:spcAft>
                <a:spcPts val="799"/>
              </a:spcAft>
              <a:buNone/>
            </a:pPr>
            <a:r>
              <a:rPr b="0" lang="en-US" sz="3600" spc="-1" strike="noStrike">
                <a:solidFill>
                  <a:srgbClr val="ff0000"/>
                </a:solidFill>
                <a:latin typeface="Gadugi"/>
                <a:ea typeface="Calibri"/>
              </a:rPr>
              <a:t>RISK AND RESILIENCE BOOTCAMP</a:t>
            </a:r>
            <a:br>
              <a:rPr sz="3600"/>
            </a:br>
            <a:endParaRPr b="0" lang="en-CA" sz="3600" spc="-1" strike="noStrike">
              <a:latin typeface="Arial"/>
            </a:endParaRPr>
          </a:p>
        </p:txBody>
      </p:sp>
      <p:sp>
        <p:nvSpPr>
          <p:cNvPr id="319" name="Oval 1"/>
          <p:cNvSpPr/>
          <p:nvPr/>
        </p:nvSpPr>
        <p:spPr>
          <a:xfrm>
            <a:off x="11068920" y="5891760"/>
            <a:ext cx="619200" cy="619200"/>
          </a:xfrm>
          <a:prstGeom prst="ellipse">
            <a:avLst/>
          </a:prstGeom>
          <a:solidFill>
            <a:srgbClr val="7a7a7a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ffffff"/>
                </a:solidFill>
                <a:latin typeface="Arial"/>
              </a:rPr>
              <a:t>4</a:t>
            </a:r>
            <a:endParaRPr b="0" lang="en-CA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60" strike="noStrike" cap="all">
                <a:solidFill>
                  <a:srgbClr val="d1282e"/>
                </a:solidFill>
                <a:latin typeface="Leelawadee UI Semilight"/>
              </a:rPr>
              <a:t>Adversarial Risk Analysis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21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r>
              <a:rPr b="0" lang="en-CA" sz="2000" spc="-1" strike="noStrike">
                <a:latin typeface="Nirmala UI Semilight"/>
              </a:rPr>
              <a:t>This module introduces adversarial risk analysis</a:t>
            </a:r>
            <a:endParaRPr b="0" lang="en-CA" sz="2000" spc="-1" strike="noStrike">
              <a:latin typeface="Nirmala UI Semilight"/>
            </a:endParaRPr>
          </a:p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CA" sz="1600" spc="-1" strike="noStrike">
              <a:latin typeface="Nirmala UI Semilight"/>
            </a:endParaRPr>
          </a:p>
        </p:txBody>
      </p:sp>
      <p:pic>
        <p:nvPicPr>
          <p:cNvPr id="322" name="" descr=""/>
          <p:cNvPicPr/>
          <p:nvPr/>
        </p:nvPicPr>
        <p:blipFill>
          <a:blip r:embed="rId1"/>
          <a:stretch/>
        </p:blipFill>
        <p:spPr>
          <a:xfrm>
            <a:off x="7288200" y="2189880"/>
            <a:ext cx="3809520" cy="252360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18800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Adversarial Risk Analysis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24" name="PlaceHolder 2"/>
          <p:cNvSpPr>
            <a:spLocks noGrp="1"/>
          </p:cNvSpPr>
          <p:nvPr>
            <p:ph/>
          </p:nvPr>
        </p:nvSpPr>
        <p:spPr>
          <a:xfrm>
            <a:off x="424800" y="105120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Modern risk environments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Such as cybersecurity, fraud prevention, counter-intelligence, regulatory strategy, and operational resilience require more than static risk models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Traditional risk assessments often assume passive threats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In reality, many risks involve intelligent adversaries who actively adapt, probe, and innovate which constantly changes the risk landscape</a:t>
            </a:r>
            <a:endParaRPr b="0" lang="en-CA" sz="1800" spc="-1" strike="noStrike">
              <a:latin typeface="Nirmala UI Semilight"/>
            </a:endParaRPr>
          </a:p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Adversarial Risk Analysis (ARA)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Provides a dynamic approach that models attackers’ motivations, capabilities, and likely behaviors alongside defensive strategies</a:t>
            </a:r>
            <a:endParaRPr b="0" lang="en-CA" sz="18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79532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Robust systems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26" name="PlaceHolder 2"/>
          <p:cNvSpPr>
            <a:spLocks noGrp="1"/>
          </p:cNvSpPr>
          <p:nvPr>
            <p:ph/>
          </p:nvPr>
        </p:nvSpPr>
        <p:spPr>
          <a:xfrm>
            <a:off x="337320" y="105120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A system is robust when it has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"The ability to cope with errors during execution and to handle erroneous input"</a:t>
            </a:r>
            <a:endParaRPr b="0" lang="en-CA" sz="1800" spc="-1" strike="noStrike">
              <a:latin typeface="Nirmala UI Semilight"/>
            </a:endParaRPr>
          </a:p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Three types of robustness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i="1" lang="en-CA" sz="1800" spc="-1" strike="noStrike">
                <a:latin typeface="Nirmala UI Semilight"/>
              </a:rPr>
              <a:t>Safe</a:t>
            </a:r>
            <a:r>
              <a:rPr b="0" lang="en-CA" sz="1800" spc="-1" strike="noStrike">
                <a:latin typeface="Nirmala UI Semilight"/>
              </a:rPr>
              <a:t>: when the system can detect, respond to or prevent accidental harm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i="1" lang="en-CA" sz="1800" spc="-1" strike="noStrike">
                <a:latin typeface="Nirmala UI Semilight"/>
              </a:rPr>
              <a:t>Secure</a:t>
            </a:r>
            <a:r>
              <a:rPr b="0" lang="en-CA" sz="1800" spc="-1" strike="noStrike">
                <a:latin typeface="Nirmala UI Semilight"/>
              </a:rPr>
              <a:t>: when the system can detect, respond to or prevent intentional harm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i="1" lang="en-CA" sz="1800" spc="-1" strike="noStrike">
                <a:latin typeface="Nirmala UI Semilight"/>
              </a:rPr>
              <a:t>Survivable</a:t>
            </a:r>
            <a:r>
              <a:rPr b="0" lang="en-CA" sz="1800" spc="-1" strike="noStrike">
                <a:latin typeface="Nirmala UI Semilight"/>
              </a:rPr>
              <a:t>: when the system is both safe and secure</a:t>
            </a:r>
            <a:endParaRPr b="0" lang="en-CA" sz="1800" spc="-1" strike="noStrike">
              <a:latin typeface="Nirmala UI Semilight"/>
            </a:endParaRPr>
          </a:p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CA" sz="24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79532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Software Engineering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28" name="PlaceHolder 2"/>
          <p:cNvSpPr>
            <a:spLocks noGrp="1"/>
          </p:cNvSpPr>
          <p:nvPr>
            <p:ph/>
          </p:nvPr>
        </p:nvSpPr>
        <p:spPr>
          <a:xfrm>
            <a:off x="337320" y="105120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Focuses on eliminating defects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To remove any faults that prevent the software from working as specified</a:t>
            </a:r>
            <a:r>
              <a:rPr b="0" lang="en-CA" sz="1800" spc="-1" strike="noStrike">
                <a:latin typeface="Nirmala UI Semilight"/>
              </a:rPr>
              <a:t>	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To ensure the software handles the normal and reasonable situations and inputs correctly, including invalid inputs</a:t>
            </a:r>
            <a:endParaRPr b="0" lang="en-CA" sz="1800" spc="-1" strike="noStrike">
              <a:latin typeface="Nirmala UI Semilight"/>
            </a:endParaRPr>
          </a:p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Does not focus on intentional attacks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Attacks usually involve attempting to put the system into an abnormal situation or unusual state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Attacks also usually involve bizarre, unreasonable and highly unusual inputs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Not the type of inputs that would be thought of when looking at normal operations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Also, the inputs may occur with a volume and velocity that would stress the system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The imposed stress would cause the system to go into an unstable state</a:t>
            </a:r>
            <a:endParaRPr b="0" lang="en-CA" sz="18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79532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Security Engineering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30" name="PlaceHolder 2"/>
          <p:cNvSpPr>
            <a:spLocks noGrp="1"/>
          </p:cNvSpPr>
          <p:nvPr>
            <p:ph/>
          </p:nvPr>
        </p:nvSpPr>
        <p:spPr>
          <a:xfrm>
            <a:off x="337320" y="105120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A security flaw is 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A defect in or a feature of the software that can be exploited by an attacker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A defect that is fixed for normal operations (i.e. safe) may still be a security flaw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Not all defects are security flaws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Only defects that can be exploited are security flaws</a:t>
            </a:r>
            <a:endParaRPr b="0" lang="en-CA" sz="1800" spc="-1" strike="noStrike">
              <a:latin typeface="Nirmala UI Semilight"/>
            </a:endParaRPr>
          </a:p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A vulnerability is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A set of circumstances that allow an attacker to exploit  a security flaw</a:t>
            </a:r>
            <a:endParaRPr b="0" lang="en-CA" sz="18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79532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Security Engineering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32" name="PlaceHolder 2"/>
          <p:cNvSpPr>
            <a:spLocks noGrp="1"/>
          </p:cNvSpPr>
          <p:nvPr>
            <p:ph/>
          </p:nvPr>
        </p:nvSpPr>
        <p:spPr>
          <a:xfrm>
            <a:off x="337320" y="105120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A mitigation is the removal of a vulnerability either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By fixing the underlying security flaw; or 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Developing a workaround that prevents attackers from  accessing the security flaw</a:t>
            </a:r>
            <a:endParaRPr b="0" lang="en-CA" sz="1800" spc="-1" strike="noStrike">
              <a:latin typeface="Nirmala UI Semilight"/>
            </a:endParaRPr>
          </a:p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Not all security flaws can be fixed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The cost of fixing the flaw may be prohibitive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The flaw may be complex or involve multiple components which means it may be a systemic problem, not a defect</a:t>
            </a:r>
            <a:endParaRPr b="0" lang="en-CA" sz="18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79532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Security: Preventive Planning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34" name="PlaceHolder 2"/>
          <p:cNvSpPr>
            <a:spLocks noGrp="1"/>
          </p:cNvSpPr>
          <p:nvPr>
            <p:ph/>
          </p:nvPr>
        </p:nvSpPr>
        <p:spPr>
          <a:xfrm>
            <a:off x="337320" y="105120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Design with the objective that the system will eventually be accessible from the public internet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Even if there are no immediate plans to do so</a:t>
            </a:r>
            <a:endParaRPr b="0" lang="en-CA" sz="1800" spc="-1" strike="noStrike">
              <a:latin typeface="Nirmala UI Semilight"/>
            </a:endParaRPr>
          </a:p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Use a common authentication and authorization pattern, preferably based on existing security components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Avoid creating a unique solution for each system</a:t>
            </a:r>
            <a:endParaRPr b="0" lang="en-CA" sz="1800" spc="-1" strike="noStrike">
              <a:latin typeface="Nirmala UI Semilight"/>
            </a:endParaRPr>
          </a:p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Least privilege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Access and authorization should be assigned to system clients based on the minimal amount of access they need to carry out the functions required</a:t>
            </a:r>
            <a:endParaRPr b="0" lang="en-CA" sz="18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79532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Security: Preventive Planning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36" name="PlaceHolder 2"/>
          <p:cNvSpPr>
            <a:spLocks noGrp="1"/>
          </p:cNvSpPr>
          <p:nvPr>
            <p:ph/>
          </p:nvPr>
        </p:nvSpPr>
        <p:spPr>
          <a:xfrm>
            <a:off x="337320" y="105120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Maximize entropy (randomness) of security credentials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Use API Keys rather than usernames and passwords for API 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Balance performance with security with reference to key lifetimes and encryption/decryption overheads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Standard secure coding practices should be integrated</a:t>
            </a:r>
            <a:endParaRPr b="0" lang="en-CA" sz="1800" spc="-1" strike="noStrike">
              <a:latin typeface="Nirmala UI Semilight"/>
            </a:endParaRPr>
          </a:p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Security testing capability is incorporated into the development cycle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Continuous, repeatable and automated tests to find security vulnerabilities in APIs and other applications during development and testing</a:t>
            </a:r>
            <a:endParaRPr b="0" lang="en-CA" sz="18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79532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Security: Use CVE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38" name="PlaceHolder 2"/>
          <p:cNvSpPr>
            <a:spLocks noGrp="1"/>
          </p:cNvSpPr>
          <p:nvPr>
            <p:ph/>
          </p:nvPr>
        </p:nvSpPr>
        <p:spPr>
          <a:xfrm>
            <a:off x="337320" y="105120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CVE = Common Vulnerabilities and Exposures.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An international, community-driven effort that identifies and catalogs publicly known cybersecurity vulnerabilities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Each vulnerability is assigned a unique CVE ID (e.g., CVE-2024-12345).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Managed by the CVE Program, 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Overseen by MITRE Corporation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Sponsored by the U.S. Department of Homeland Security (DHS CISA).</a:t>
            </a:r>
            <a:endParaRPr b="0" lang="en-CA" sz="1800" spc="-1" strike="noStrike">
              <a:latin typeface="Nirmala UI Semilight"/>
            </a:endParaRPr>
          </a:p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Goals of CVE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Provide a single, standardized identifier for vulnerabilities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Eliminate confusion caused by multiple vendors using different names for the same issue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Enable security tools, databases, and services to reference vulnerabilities consistently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Serve as the foundation for related resources like the NVD (National Vulnerability Database)</a:t>
            </a:r>
            <a:endParaRPr b="0" lang="en-CA" sz="18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79532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Security: Use CVE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40" name="PlaceHolder 2"/>
          <p:cNvSpPr>
            <a:spLocks noGrp="1"/>
          </p:cNvSpPr>
          <p:nvPr>
            <p:ph/>
          </p:nvPr>
        </p:nvSpPr>
        <p:spPr>
          <a:xfrm>
            <a:off x="337320" y="105120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How CVE IDs are assigned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A researcher or vendor finds a vulnerability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They request a CVE ID from a CVE Numbering Authority (CNA) (e.g., Microsoft, Red Hat, Apache, or MITRE)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Once confirmed, the vulnerability is published with its CVE ID</a:t>
            </a:r>
            <a:endParaRPr b="0" lang="en-CA" sz="1800" spc="-1" strike="noStrike">
              <a:latin typeface="Nirmala UI Semilight"/>
            </a:endParaRPr>
          </a:p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Example CVE Record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CVE-2023-4863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i="1" lang="en-CA" sz="1800" spc="-1" strike="noStrike">
                <a:latin typeface="Nirmala UI Semilight"/>
              </a:rPr>
              <a:t>Description</a:t>
            </a:r>
            <a:r>
              <a:rPr b="0" lang="en-CA" sz="1800" spc="-1" strike="noStrike">
                <a:latin typeface="Nirmala UI Semilight"/>
              </a:rPr>
              <a:t>: A heap buffer overflow in the WebP image library (libwebp)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i="1" lang="en-CA" sz="1800" spc="-1" strike="noStrike">
                <a:latin typeface="Nirmala UI Semilight"/>
              </a:rPr>
              <a:t>Impact</a:t>
            </a:r>
            <a:r>
              <a:rPr b="0" lang="en-CA" sz="1800" spc="-1" strike="noStrike">
                <a:latin typeface="Nirmala UI Semilight"/>
              </a:rPr>
              <a:t>: Remote code execution when processing malicious images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i="1" lang="en-CA" sz="1800" spc="-1" strike="noStrike">
                <a:latin typeface="Nirmala UI Semilight"/>
              </a:rPr>
              <a:t>References</a:t>
            </a:r>
            <a:r>
              <a:rPr b="0" lang="en-CA" sz="1800" spc="-1" strike="noStrike">
                <a:latin typeface="Nirmala UI Semilight"/>
              </a:rPr>
              <a:t>: Links to Google advisory and patches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i="1" lang="en-CA" sz="1800" spc="-1" strike="noStrike">
                <a:latin typeface="Nirmala UI Semilight"/>
              </a:rPr>
              <a:t>Status</a:t>
            </a:r>
            <a:r>
              <a:rPr b="0" lang="en-CA" sz="1800" spc="-1" strike="noStrike">
                <a:latin typeface="Nirmala UI Semilight"/>
              </a:rPr>
              <a:t>: Published</a:t>
            </a:r>
            <a:endParaRPr b="0" lang="en-CA" sz="18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79532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Security: Use CVE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42" name="PlaceHolder 2"/>
          <p:cNvSpPr>
            <a:spLocks noGrp="1"/>
          </p:cNvSpPr>
          <p:nvPr>
            <p:ph/>
          </p:nvPr>
        </p:nvSpPr>
        <p:spPr>
          <a:xfrm>
            <a:off x="337320" y="105120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How risk assessments should use CVE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i="1" lang="en-CA" sz="1800" spc="-1" strike="noStrike">
                <a:latin typeface="Nirmala UI Semilight"/>
              </a:rPr>
              <a:t>Monitor</a:t>
            </a:r>
            <a:r>
              <a:rPr b="0" lang="en-CA" sz="1800" spc="-1" strike="noStrike">
                <a:latin typeface="Nirmala UI Semilight"/>
              </a:rPr>
              <a:t>: Stay aware of new vulnerabilities in the software in use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i="1" lang="en-CA" sz="1800" spc="-1" strike="noStrike">
                <a:latin typeface="Nirmala UI Semilight"/>
              </a:rPr>
              <a:t>Use</a:t>
            </a:r>
            <a:r>
              <a:rPr b="0" lang="en-CA" sz="1800" spc="-1" strike="noStrike">
                <a:latin typeface="Nirmala UI Semilight"/>
              </a:rPr>
              <a:t> CVE feeds or vendor advisories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i="1" lang="en-CA" sz="1800" spc="-1" strike="noStrike">
                <a:latin typeface="Nirmala UI Semilight"/>
              </a:rPr>
              <a:t>Assess Risk</a:t>
            </a:r>
            <a:r>
              <a:rPr b="0" lang="en-CA" sz="1800" spc="-1" strike="noStrike">
                <a:latin typeface="Nirmala UI Semilight"/>
              </a:rPr>
              <a:t>: Cross-check with NVD for CVSS severity ratings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i="1" lang="en-CA" sz="1800" spc="-1" strike="noStrike">
                <a:latin typeface="Nirmala UI Semilight"/>
              </a:rPr>
              <a:t>Patch</a:t>
            </a:r>
            <a:r>
              <a:rPr b="0" lang="en-CA" sz="1800" spc="-1" strike="noStrike">
                <a:latin typeface="Nirmala UI Semilight"/>
              </a:rPr>
              <a:t>: Apply vendor updates or mitigations as soon as possible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i="1" lang="en-CA" sz="1800" spc="-1" strike="noStrike">
                <a:latin typeface="Nirmala UI Semilight"/>
              </a:rPr>
              <a:t>Document</a:t>
            </a:r>
            <a:r>
              <a:rPr b="0" lang="en-CA" sz="1800" spc="-1" strike="noStrike">
                <a:latin typeface="Nirmala UI Semilight"/>
              </a:rPr>
              <a:t>: Track CVEs relevant to your systems for compliance reports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i="1" lang="en-CA" sz="1800" spc="-1" strike="noStrike">
                <a:latin typeface="Nirmala UI Semilight"/>
              </a:rPr>
              <a:t>Integrate</a:t>
            </a:r>
            <a:r>
              <a:rPr b="0" lang="en-CA" sz="1800" spc="-1" strike="noStrike">
                <a:latin typeface="Nirmala UI Semilight"/>
              </a:rPr>
              <a:t>: Use automated tools (e.g., pip-audit for Python, OWASP Dependency-Check for Java/Maven) that map library vulnerabilities to CVE IDs</a:t>
            </a:r>
            <a:endParaRPr b="0" lang="en-CA" sz="18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79532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Red Team vs. Blue Team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44" name="PlaceHolder 2"/>
          <p:cNvSpPr>
            <a:spLocks noGrp="1"/>
          </p:cNvSpPr>
          <p:nvPr>
            <p:ph/>
          </p:nvPr>
        </p:nvSpPr>
        <p:spPr>
          <a:xfrm>
            <a:off x="337320" y="105120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A Red Team emulates real-world adversaries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Their goal is to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Identify vulnerabilities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Exploit weaknesses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Bypass controls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Validate the organization’s defensive readiness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Think creatively and asymmetrically</a:t>
            </a:r>
            <a:endParaRPr b="0" lang="en-CA" sz="1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CA" sz="18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79532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Red Team vs. Blue Team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46" name="PlaceHolder 2"/>
          <p:cNvSpPr>
            <a:spLocks noGrp="1"/>
          </p:cNvSpPr>
          <p:nvPr>
            <p:ph/>
          </p:nvPr>
        </p:nvSpPr>
        <p:spPr>
          <a:xfrm>
            <a:off x="337320" y="105120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A Red Team emulates real-world adversaries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Simulate the strategies of motivated threat actors such as: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Cybercriminals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Insider threats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State-sponsored attackers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Competitors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Fraudsters</a:t>
            </a:r>
            <a:endParaRPr b="0" lang="en-CA" sz="1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Red Team mindset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“</a:t>
            </a:r>
            <a:r>
              <a:rPr b="0" lang="en-CA" sz="1400" spc="-1" strike="noStrike">
                <a:latin typeface="Nirmala UI Semilight"/>
              </a:rPr>
              <a:t>What would I do to break this system? How can I cause maximum impact at lowest cost?”</a:t>
            </a:r>
            <a:endParaRPr b="0" lang="en-CA" sz="14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79532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Red Team vs. Blue Team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48" name="PlaceHolder 2"/>
          <p:cNvSpPr>
            <a:spLocks noGrp="1"/>
          </p:cNvSpPr>
          <p:nvPr>
            <p:ph/>
          </p:nvPr>
        </p:nvSpPr>
        <p:spPr>
          <a:xfrm>
            <a:off x="337320" y="105120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Blue Team (Defender Perspective)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The Blue Team represents the defenders responsible for: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Protecting assets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Detecting threats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Responding to incidents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Strengthening resilience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Analyzing attack paths and closing gaps</a:t>
            </a:r>
            <a:endParaRPr b="0" lang="en-CA" sz="1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They maintain controls, monitor systems, and ensure compliance with risk and security frameworks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Blue Team mindset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“</a:t>
            </a:r>
            <a:r>
              <a:rPr b="0" lang="en-CA" sz="1400" spc="-1" strike="noStrike">
                <a:latin typeface="Nirmala UI Semilight"/>
              </a:rPr>
              <a:t>How do we detect and prevent attacks? What controls fail under pressure? How do we reduce impact when controls break?”</a:t>
            </a:r>
            <a:endParaRPr b="0" lang="en-CA" sz="14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79532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Red–Blue Integration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50" name="PlaceHolder 2"/>
          <p:cNvSpPr>
            <a:spLocks noGrp="1"/>
          </p:cNvSpPr>
          <p:nvPr>
            <p:ph/>
          </p:nvPr>
        </p:nvSpPr>
        <p:spPr>
          <a:xfrm>
            <a:off x="337320" y="105120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Advanced risk analysis uses Red Team and Blue Team insights in combination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Red Team identifies realistic threat behaviors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Blue Team validates control effectiveness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Results feed directly into risk assessments, scenario analysis, control optimization, and investment decisions</a:t>
            </a:r>
            <a:endParaRPr b="0" lang="en-CA" sz="1800" spc="-1" strike="noStrike">
              <a:latin typeface="Nirmala UI Semilight"/>
            </a:endParaRPr>
          </a:p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This interplay creates a continuous improvement cycle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Known as Purple Teaming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A collaboration model where both sides learn and adapt</a:t>
            </a:r>
            <a:endParaRPr b="0" lang="en-CA" sz="18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79532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Adversarial Risk Analysis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52" name="PlaceHolder 2"/>
          <p:cNvSpPr>
            <a:spLocks noGrp="1"/>
          </p:cNvSpPr>
          <p:nvPr>
            <p:ph/>
          </p:nvPr>
        </p:nvSpPr>
        <p:spPr>
          <a:xfrm>
            <a:off x="337320" y="105120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Adversarial Risk Analysis (ARA)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Mathematical and strategic framework designed to address situations where risks arise from strategic interactions between intelligent opponents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Unlike traditional risk assessment, which treats threats as random events, ARA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Models attackers as decision-makers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Estimates the utility and preferences of adversaries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Predicts attacker actions given defensive controls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Helps defenders choose optimal strategies</a:t>
            </a:r>
            <a:endParaRPr b="0" lang="en-CA" sz="1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ARA is widely used in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Cybersecurity modeling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Anti-fraud systems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Military and intelligence operations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Regulatory enforcement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Competitive market strategy</a:t>
            </a:r>
            <a:endParaRPr b="0" lang="en-CA" sz="14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79532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Key Concepts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54" name="PlaceHolder 2"/>
          <p:cNvSpPr>
            <a:spLocks noGrp="1"/>
          </p:cNvSpPr>
          <p:nvPr>
            <p:ph/>
          </p:nvPr>
        </p:nvSpPr>
        <p:spPr>
          <a:xfrm>
            <a:off x="337320" y="105120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Attacker utility and goal modeling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Attackers differ in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Motivation (financial gain, disruption, espionage)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Risk tolerance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Resource availability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Skill level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Time horizon</a:t>
            </a:r>
            <a:endParaRPr b="0" lang="en-CA" sz="1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ARA attempts to quantify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Expected benefit to the attacker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Expected cost (effort, detection, penalties)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Probability of success</a:t>
            </a:r>
            <a:endParaRPr b="0" lang="en-CA" sz="1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Enables defenders to anticipate which attack paths are most appealing to an adversary</a:t>
            </a:r>
            <a:endParaRPr b="0" lang="en-CA" sz="18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79532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Key Concepts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56" name="PlaceHolder 2"/>
          <p:cNvSpPr>
            <a:spLocks noGrp="1"/>
          </p:cNvSpPr>
          <p:nvPr>
            <p:ph/>
          </p:nvPr>
        </p:nvSpPr>
        <p:spPr>
          <a:xfrm>
            <a:off x="468360" y="109512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Defender Modeling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Defenders assess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Control effectiveness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Detection and response capabilities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Costs of mitigation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Probability of stopping different attack strategies</a:t>
            </a:r>
            <a:endParaRPr b="0" lang="en-CA" sz="1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ARA integrates attacker and defender models to produce strategic recommendations, not just static risk scores</a:t>
            </a:r>
            <a:endParaRPr b="0" lang="en-CA" sz="18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79532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Key Concepts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58" name="PlaceHolder 2"/>
          <p:cNvSpPr>
            <a:spLocks noGrp="1"/>
          </p:cNvSpPr>
          <p:nvPr>
            <p:ph/>
          </p:nvPr>
        </p:nvSpPr>
        <p:spPr>
          <a:xfrm>
            <a:off x="468360" y="109512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Game theory integration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ARA incorporates elements of game theory, where: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Attackers and defenders are players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Each takes actions to maximize their outcomes</a:t>
            </a:r>
            <a:endParaRPr b="0" lang="en-CA" sz="1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Both adjust strategies based on expectations of each other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However, ARA improves on traditional game theory by adding uncertainty modeling into attacker decision-making.</a:t>
            </a:r>
            <a:endParaRPr b="0" lang="en-CA" sz="18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79532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Key Concepts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60" name="PlaceHolder 2"/>
          <p:cNvSpPr>
            <a:spLocks noGrp="1"/>
          </p:cNvSpPr>
          <p:nvPr>
            <p:ph/>
          </p:nvPr>
        </p:nvSpPr>
        <p:spPr>
          <a:xfrm>
            <a:off x="468360" y="109512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Probabilistic forecasting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ARA uses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Bayesian models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Monte Carlo simulation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Influence diagrams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Decision tree analysis</a:t>
            </a:r>
            <a:endParaRPr b="0" lang="en-CA" sz="1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These techniques help defenders estimate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The likelihood of different attack strategies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The expected loss given various defensive investments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Optimal allocation of limited security resources</a:t>
            </a:r>
            <a:endParaRPr b="0" lang="en-CA" sz="14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79532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Red Team / Blue Team and ARA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62" name="PlaceHolder 2"/>
          <p:cNvSpPr>
            <a:spLocks noGrp="1"/>
          </p:cNvSpPr>
          <p:nvPr>
            <p:ph/>
          </p:nvPr>
        </p:nvSpPr>
        <p:spPr>
          <a:xfrm>
            <a:off x="468360" y="109512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Red Teams supply real-world attacker tactics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Attack paths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Exploit likelihood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Lateral movement patterns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Social engineering scenarios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Control bypass strategies</a:t>
            </a:r>
            <a:endParaRPr b="0" lang="en-CA" sz="1800" spc="-1" strike="noStrike">
              <a:latin typeface="Nirmala UI Semilight"/>
            </a:endParaRPr>
          </a:p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Blue Teams validate defensive assumptions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Actual control effectiveness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Detection performance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Control interaction failures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True incident response times</a:t>
            </a:r>
            <a:endParaRPr b="0" lang="en-CA" sz="18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79532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Red Team / Blue Team and ARA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64" name="PlaceHolder 2"/>
          <p:cNvSpPr>
            <a:spLocks noGrp="1"/>
          </p:cNvSpPr>
          <p:nvPr>
            <p:ph/>
          </p:nvPr>
        </p:nvSpPr>
        <p:spPr>
          <a:xfrm>
            <a:off x="468360" y="109512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ARA converts these insights into actionable risk intelligence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Which attacker strategies are most likely?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How would adversaries adapt after a control upgrade?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Where should limited defensive budgets be spent?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What attack paths provide attackers their highest utility?</a:t>
            </a:r>
            <a:endParaRPr b="0" lang="en-CA" sz="18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79532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Examples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66" name="PlaceHolder 2"/>
          <p:cNvSpPr>
            <a:spLocks noGrp="1"/>
          </p:cNvSpPr>
          <p:nvPr>
            <p:ph/>
          </p:nvPr>
        </p:nvSpPr>
        <p:spPr>
          <a:xfrm>
            <a:off x="468360" y="109512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Cybersecurity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Red Team simulates phishing attack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Blue Team analyzes email filters and incident response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ARA predicts attacker’s next likely exploit path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Organization strengthens MFA enforcement to reduce attacker utility</a:t>
            </a:r>
            <a:endParaRPr b="0" lang="en-CA" sz="1800" spc="-1" strike="noStrike">
              <a:latin typeface="Nirmala UI Semilight"/>
            </a:endParaRPr>
          </a:p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Fraud prevention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Red Team models fraudster behavior in a payments system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Blue Team tests detection rules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ARA evaluates which fraud strategies yield the highest payout relative to detection risk</a:t>
            </a:r>
            <a:endParaRPr b="0" lang="en-CA" sz="18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79532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Tiger teams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68" name="PlaceHolder 2"/>
          <p:cNvSpPr>
            <a:spLocks noGrp="1"/>
          </p:cNvSpPr>
          <p:nvPr>
            <p:ph/>
          </p:nvPr>
        </p:nvSpPr>
        <p:spPr>
          <a:xfrm>
            <a:off x="468360" y="109512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Refers to a small, highly skilled, cross-functional group of experts tasked with aggressively probing a system for weaknesses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Originated in the U.S. military and aerospace industries and has since become common in adversarial risk exploration</a:t>
            </a:r>
            <a:endParaRPr b="0" lang="en-CA" sz="1800" spc="-1" strike="noStrike">
              <a:latin typeface="Nirmala UI Semilight"/>
            </a:endParaRPr>
          </a:p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A tiger team is: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i="1" lang="en-CA" sz="1800" spc="-1" strike="noStrike">
                <a:latin typeface="Nirmala UI Semilight"/>
              </a:rPr>
              <a:t>Elite</a:t>
            </a:r>
            <a:r>
              <a:rPr b="0" lang="en-CA" sz="1800" spc="-1" strike="noStrike">
                <a:latin typeface="Nirmala UI Semilight"/>
              </a:rPr>
              <a:t>: Typically composed of top specialists in cybersecurity, system architecture, penetration testing, networking, and sometimes social engineering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i="1" lang="en-CA" sz="1800" spc="-1" strike="noStrike">
                <a:latin typeface="Nirmala UI Semilight"/>
              </a:rPr>
              <a:t>Goal-driven</a:t>
            </a:r>
            <a:r>
              <a:rPr b="0" lang="en-CA" sz="1800" spc="-1" strike="noStrike">
                <a:latin typeface="Nirmala UI Semilight"/>
              </a:rPr>
              <a:t>: They attempt to break into or compromise a system in the same way a real attacker would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i="1" lang="en-CA" sz="1800" spc="-1" strike="noStrike">
                <a:latin typeface="Nirmala UI Semilight"/>
              </a:rPr>
              <a:t>Independent</a:t>
            </a:r>
            <a:r>
              <a:rPr b="0" lang="en-CA" sz="1800" spc="-1" strike="noStrike">
                <a:latin typeface="Nirmala UI Semilight"/>
              </a:rPr>
              <a:t>: Operate separately from the defenders team to avoid bias – the defenders may be unaware it is a test so that they respond realistically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i="1" lang="en-CA" sz="1800" spc="-1" strike="noStrike">
                <a:latin typeface="Nirmala UI Semilight"/>
              </a:rPr>
              <a:t>Persistent and creative:</a:t>
            </a:r>
            <a:r>
              <a:rPr b="0" lang="en-CA" sz="1800" spc="-1" strike="noStrike">
                <a:latin typeface="Nirmala UI Semilight"/>
              </a:rPr>
              <a:t> Use both conventional and unconventional methods to uncover vulnerabilities</a:t>
            </a:r>
            <a:endParaRPr b="0" lang="en-CA" sz="18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79532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Tiger teams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70" name="PlaceHolder 2"/>
          <p:cNvSpPr>
            <a:spLocks noGrp="1"/>
          </p:cNvSpPr>
          <p:nvPr>
            <p:ph/>
          </p:nvPr>
        </p:nvSpPr>
        <p:spPr>
          <a:xfrm>
            <a:off x="468360" y="109512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A tiger team may: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Perform penetration testing on networks, systems, or applications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Conduct red-team exercises (adversarial simulations)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Test incident response and defensive capabilities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Attempt social engineering attacks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Identify design flaws, misconfigurations, or implementation issues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Evaluate overall organizational security posture</a:t>
            </a:r>
            <a:endParaRPr b="0" lang="en-CA" sz="1800" spc="-1" strike="noStrike">
              <a:latin typeface="Nirmala UI Semilight"/>
            </a:endParaRPr>
          </a:p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They essentially act as ethical adversaries whose mission is to expose weaknesses before real attackers do</a:t>
            </a:r>
            <a:endParaRPr b="0" lang="en-CA" sz="24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79532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Tiger teams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pic>
        <p:nvPicPr>
          <p:cNvPr id="372" name="" descr=""/>
          <p:cNvPicPr/>
          <p:nvPr/>
        </p:nvPicPr>
        <p:blipFill>
          <a:blip r:embed="rId1"/>
          <a:stretch/>
        </p:blipFill>
        <p:spPr>
          <a:xfrm>
            <a:off x="1494360" y="1783440"/>
            <a:ext cx="8834760" cy="234144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79532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Advantages of ARA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74" name="PlaceHolder 2"/>
          <p:cNvSpPr>
            <a:spLocks noGrp="1"/>
          </p:cNvSpPr>
          <p:nvPr>
            <p:ph/>
          </p:nvPr>
        </p:nvSpPr>
        <p:spPr>
          <a:xfrm>
            <a:off x="468360" y="109512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Realistic modeling of intelligent threats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Traditional models assume randomness while ARA assumes strategy</a:t>
            </a:r>
            <a:endParaRPr b="0" lang="en-CA" sz="1800" spc="-1" strike="noStrike">
              <a:latin typeface="Nirmala UI Semilight"/>
            </a:endParaRPr>
          </a:p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Enables dynamic risk assessment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Adversaries change tactics; ARA accounts for adaptive behavior</a:t>
            </a:r>
            <a:endParaRPr b="0" lang="en-CA" sz="1800" spc="-1" strike="noStrike">
              <a:latin typeface="Nirmala UI Semilight"/>
            </a:endParaRPr>
          </a:p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More accurate prioritization of controls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Budget is allocated where it most changes attacker decisions</a:t>
            </a:r>
            <a:endParaRPr b="0" lang="en-CA" sz="1800" spc="-1" strike="noStrike">
              <a:latin typeface="Nirmala UI Semilight"/>
            </a:endParaRPr>
          </a:p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Supports proactive rather than reactive security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Defenders can anticipate next-step attacker moves</a:t>
            </a:r>
            <a:endParaRPr b="0" lang="en-CA" sz="1800" spc="-1" strike="noStrike">
              <a:latin typeface="Nirmala UI Semilight"/>
            </a:endParaRPr>
          </a:p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Bridges the gap between qualitative and quantitative methods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ARA leverages SME insights and probabilistic modeling</a:t>
            </a:r>
            <a:endParaRPr b="0" lang="en-CA" sz="18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79532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Pitfalls and Challenges of ARA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76" name="PlaceHolder 2"/>
          <p:cNvSpPr>
            <a:spLocks noGrp="1"/>
          </p:cNvSpPr>
          <p:nvPr>
            <p:ph/>
          </p:nvPr>
        </p:nvSpPr>
        <p:spPr>
          <a:xfrm>
            <a:off x="468360" y="109512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Requires deeper expertise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ARA demands knowledge of game theory, attacker modeling, and Bayesian analysis.</a:t>
            </a:r>
            <a:endParaRPr b="0" lang="en-CA" sz="1800" spc="-1" strike="noStrike">
              <a:latin typeface="Nirmala UI Semilight"/>
            </a:endParaRPr>
          </a:p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Sensitive to modeling assumptions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Small errors in attacker utility estimation can alter predictions</a:t>
            </a:r>
            <a:endParaRPr b="0" lang="en-CA" sz="1800" spc="-1" strike="noStrike">
              <a:latin typeface="Nirmala UI Semilight"/>
            </a:endParaRPr>
          </a:p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Red Teaming must be mature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Poor-quality Red Team exercises produce misleading insights</a:t>
            </a:r>
            <a:endParaRPr b="0" lang="en-CA" sz="1800" spc="-1" strike="noStrike">
              <a:latin typeface="Nirmala UI Semilight"/>
            </a:endParaRPr>
          </a:p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Resource-intensive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Complex modeling takes time and computational effort</a:t>
            </a:r>
            <a:endParaRPr b="0" lang="en-CA" sz="1800" spc="-1" strike="noStrike">
              <a:latin typeface="Nirmala UI Semilight"/>
            </a:endParaRPr>
          </a:p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Can create overly complex output for executives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Requires translation into business-relevant language (risk scenarios, expected losses)</a:t>
            </a:r>
            <a:endParaRPr b="0" lang="en-CA" sz="18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79532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Integrating ARA Into Risk Management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78" name="PlaceHolder 2"/>
          <p:cNvSpPr>
            <a:spLocks noGrp="1"/>
          </p:cNvSpPr>
          <p:nvPr>
            <p:ph/>
          </p:nvPr>
        </p:nvSpPr>
        <p:spPr>
          <a:xfrm>
            <a:off x="468360" y="109512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Effective integration involves: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Building threat profiles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Attacker types, motivations, resources, preferred methods</a:t>
            </a:r>
            <a:endParaRPr b="0" lang="en-CA" sz="1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Conducting structured Red Team assessments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Not just penetration tests; full attack-chain simulations</a:t>
            </a:r>
            <a:endParaRPr b="0" lang="en-CA" sz="1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Aligning Blue Team detection, monitoring, and IR metrics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Ensure control performance data is available for modeling</a:t>
            </a:r>
            <a:endParaRPr b="0" lang="en-CA" sz="1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CA" sz="18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79532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Integrating ARA Into Risk Management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80" name="PlaceHolder 2"/>
          <p:cNvSpPr>
            <a:spLocks noGrp="1"/>
          </p:cNvSpPr>
          <p:nvPr>
            <p:ph/>
          </p:nvPr>
        </p:nvSpPr>
        <p:spPr>
          <a:xfrm>
            <a:off x="468360" y="109512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Effective integration involves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Developing probabilistic attacker models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Using Bayesian stats, loss-event data, and scenario analysis.</a:t>
            </a:r>
            <a:endParaRPr b="0" lang="en-CA" sz="1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Linking ARA outputs to risk registers and governance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Translate attacker likelihood and defender effectiveness into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Inherent/residual risk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Control priorities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Investment justification</a:t>
            </a:r>
            <a:endParaRPr b="0" lang="en-CA" sz="1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Conducting iterative cycles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ARA improves over time as attacker and defender actions evolve. </a:t>
            </a:r>
            <a:r>
              <a:rPr b="0" lang="en-CA" sz="1400" spc="-1" strike="noStrike">
                <a:latin typeface="Nirmala UI Semilight"/>
              </a:rPr>
              <a:t>	</a:t>
            </a:r>
            <a:endParaRPr b="0" lang="en-CA" sz="14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10050840" cy="728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60" strike="noStrike" cap="all">
                <a:solidFill>
                  <a:srgbClr val="d1282e"/>
                </a:solidFill>
                <a:latin typeface="Leelawadee UI Semilight"/>
              </a:rPr>
              <a:t>Q&amp;A and open discussion</a:t>
            </a:r>
            <a:endParaRPr b="0" lang="en-CA" sz="3600" spc="-1" strike="noStrike">
              <a:latin typeface="Arial"/>
            </a:endParaRPr>
          </a:p>
        </p:txBody>
      </p:sp>
      <p:pic>
        <p:nvPicPr>
          <p:cNvPr id="382" name="Content Placeholder 2" descr=""/>
          <p:cNvPicPr/>
          <p:nvPr/>
        </p:nvPicPr>
        <p:blipFill>
          <a:blip r:embed="rId1"/>
          <a:stretch/>
        </p:blipFill>
        <p:spPr>
          <a:xfrm>
            <a:off x="1647360" y="1073160"/>
            <a:ext cx="8083440" cy="505188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169968</TotalTime>
  <Application>LibreOffice/7.3.4.2$Windows_X86_64 LibreOffice_project/728fec16bd5f605073805c3c9e7c4212a0120dc5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2016-09-10T10:34:19Z</dcterms:created>
  <dc:creator>Donis Marshall</dc:creator>
  <dc:description/>
  <dc:language>en-CA</dc:language>
  <cp:lastModifiedBy>Rod Davison</cp:lastModifiedBy>
  <cp:lastPrinted>2025-11-09T09:59:05Z</cp:lastPrinted>
  <dcterms:modified xsi:type="dcterms:W3CDTF">2025-12-18T13:28:16Z</dcterms:modified>
  <cp:revision>9164</cp:revision>
  <dc:subject>Risk Bootcamp</dc:subject>
  <dc:title>4. Adversarial Risk Analysis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52</vt:r8>
  </property>
  <property fmtid="{D5CDD505-2E9C-101B-9397-08002B2CF9AE}" pid="3" name="PresentationFormat">
    <vt:lpwstr>Widescreen</vt:lpwstr>
  </property>
  <property fmtid="{D5CDD505-2E9C-101B-9397-08002B2CF9AE}" pid="4" name="Slides">
    <vt:r8>52</vt:r8>
  </property>
</Properties>
</file>