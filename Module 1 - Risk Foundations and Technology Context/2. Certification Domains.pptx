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_rels/notesSlide1.xml.rels" ContentType="application/vnd.openxmlformats-package.relationships+xml"/>
  <Override PartName="/ppt/notesSlides/_rels/notesSlide28.xml.rels" ContentType="application/vnd.openxmlformats-package.relationships+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_rels/slideLayout73.xml.rels" ContentType="application/vnd.openxmlformats-package.relationships+xml"/>
  <Override PartName="/ppt/slideLayouts/_rels/slideLayout74.xml.rels" ContentType="application/vnd.openxmlformats-package.relationships+xml"/>
  <Override PartName="/ppt/slideLayouts/_rels/slideLayout75.xml.rels" ContentType="application/vnd.openxmlformats-package.relationships+xml"/>
  <Override PartName="/ppt/slideLayouts/_rels/slideLayout76.xml.rels" ContentType="application/vnd.openxmlformats-package.relationships+xml"/>
  <Override PartName="/ppt/slideLayouts/_rels/slideLayout77.xml.rels" ContentType="application/vnd.openxmlformats-package.relationships+xml"/>
  <Override PartName="/ppt/slideLayouts/_rels/slideLayout78.xml.rels" ContentType="application/vnd.openxmlformats-package.relationships+xml"/>
  <Override PartName="/ppt/slideLayouts/_rels/slideLayout79.xml.rels" ContentType="application/vnd.openxmlformats-package.relationships+xml"/>
  <Override PartName="/ppt/slideLayouts/_rels/slideLayout80.xml.rels" ContentType="application/vnd.openxmlformats-package.relationships+xml"/>
  <Override PartName="/ppt/slideLayouts/_rels/slideLayout81.xml.rels" ContentType="application/vnd.openxmlformats-package.relationships+xml"/>
  <Override PartName="/ppt/slideLayouts/_rels/slideLayout82.xml.rels" ContentType="application/vnd.openxmlformats-package.relationships+xml"/>
  <Override PartName="/ppt/slideLayouts/_rels/slideLayout83.xml.rels" ContentType="application/vnd.openxmlformats-package.relationships+xml"/>
  <Override PartName="/ppt/slideLayouts/_rels/slideLayout84.xml.rels" ContentType="application/vnd.openxmlformats-package.relationship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media/image1.jpeg" ContentType="image/jpeg"/>
  <Override PartName="/ppt/media/image3.png" ContentType="image/png"/>
  <Override PartName="/ppt/media/image2.png" ContentType="image/png"/>
  <Override PartName="/ppt/media/image4.png" ContentType="image/png"/>
  <Override PartName="/ppt/media/image6.jpeg" ContentType="image/jpeg"/>
  <Override PartName="/ppt/media/image5.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Lst>
  <p:sldSz cx="12192000" cy="6858000"/>
  <p:notesSz cx="7010400"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Click to move the slide</a:t>
            </a:r>
            <a:endParaRPr b="0" lang="en-CA" sz="3600" spc="-1" strike="noStrike" cap="all">
              <a:solidFill>
                <a:srgbClr val="bf0041"/>
              </a:solidFill>
              <a:latin typeface="Leelawadee UI Semilight"/>
            </a:endParaRPr>
          </a:p>
        </p:txBody>
      </p:sp>
      <p:sp>
        <p:nvSpPr>
          <p:cNvPr id="31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CA" sz="2000" spc="-1" strike="noStrike">
                <a:latin typeface="Arial"/>
              </a:rPr>
              <a:t>Click to edit the notes format</a:t>
            </a:r>
            <a:endParaRPr b="0" lang="en-CA" sz="2000" spc="-1" strike="noStrike">
              <a:latin typeface="Arial"/>
            </a:endParaRPr>
          </a:p>
        </p:txBody>
      </p:sp>
      <p:sp>
        <p:nvSpPr>
          <p:cNvPr id="312"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CA" sz="1400" spc="-1" strike="noStrike">
                <a:latin typeface="Times New Roman"/>
              </a:rPr>
              <a:t>&lt;header&gt;</a:t>
            </a:r>
            <a:endParaRPr b="0" lang="en-CA" sz="1400" spc="-1" strike="noStrike">
              <a:latin typeface="Times New Roman"/>
            </a:endParaRPr>
          </a:p>
        </p:txBody>
      </p:sp>
      <p:sp>
        <p:nvSpPr>
          <p:cNvPr id="313" name="PlaceHolder 4"/>
          <p:cNvSpPr>
            <a:spLocks noGrp="1"/>
          </p:cNvSpPr>
          <p:nvPr>
            <p:ph type="dt" idx="20"/>
          </p:nvPr>
        </p:nvSpPr>
        <p:spPr>
          <a:xfrm>
            <a:off x="4399200" y="0"/>
            <a:ext cx="3372840" cy="502560"/>
          </a:xfrm>
          <a:prstGeom prst="rect">
            <a:avLst/>
          </a:prstGeom>
          <a:noFill/>
          <a:ln w="0">
            <a:noFill/>
          </a:ln>
        </p:spPr>
        <p:txBody>
          <a:bodyPr lIns="0" rIns="0" tIns="0" bIns="0" anchor="t">
            <a:noAutofit/>
          </a:bodyPr>
          <a:lstStyle>
            <a:lvl1pPr algn="r">
              <a:buNone/>
              <a:defRPr b="0" lang="en-CA" sz="1400" spc="-1" strike="noStrike">
                <a:latin typeface="Times New Roman"/>
              </a:defRPr>
            </a:lvl1pPr>
          </a:lstStyle>
          <a:p>
            <a:pPr algn="r">
              <a:buNone/>
            </a:pPr>
            <a:r>
              <a:rPr b="0" lang="en-CA" sz="1400" spc="-1" strike="noStrike">
                <a:latin typeface="Times New Roman"/>
              </a:rPr>
              <a:t>&lt;date/time&gt;</a:t>
            </a:r>
            <a:endParaRPr b="0" lang="en-CA" sz="1400" spc="-1" strike="noStrike">
              <a:latin typeface="Times New Roman"/>
            </a:endParaRPr>
          </a:p>
        </p:txBody>
      </p:sp>
      <p:sp>
        <p:nvSpPr>
          <p:cNvPr id="314" name="PlaceHolder 5"/>
          <p:cNvSpPr>
            <a:spLocks noGrp="1"/>
          </p:cNvSpPr>
          <p:nvPr>
            <p:ph type="ftr" idx="21"/>
          </p:nvPr>
        </p:nvSpPr>
        <p:spPr>
          <a:xfrm>
            <a:off x="0" y="9555480"/>
            <a:ext cx="3372840" cy="502560"/>
          </a:xfrm>
          <a:prstGeom prst="rect">
            <a:avLst/>
          </a:prstGeom>
          <a:noFill/>
          <a:ln w="0">
            <a:noFill/>
          </a:ln>
        </p:spPr>
        <p:txBody>
          <a:bodyPr lIns="0" rIns="0" tIns="0" bIns="0" anchor="b">
            <a:noAutofit/>
          </a:bodyPr>
          <a:lstStyle>
            <a:lvl1pPr>
              <a:defRPr b="0" lang="en-CA" sz="1400" spc="-1" strike="noStrike">
                <a:latin typeface="Times New Roman"/>
              </a:defRPr>
            </a:lvl1pPr>
          </a:lstStyle>
          <a:p>
            <a:r>
              <a:rPr b="0" lang="en-CA" sz="1400" spc="-1" strike="noStrike">
                <a:latin typeface="Times New Roman"/>
              </a:rPr>
              <a:t>&lt;footer&gt;</a:t>
            </a:r>
            <a:endParaRPr b="0" lang="en-CA" sz="1400" spc="-1" strike="noStrike">
              <a:latin typeface="Times New Roman"/>
            </a:endParaRPr>
          </a:p>
        </p:txBody>
      </p:sp>
      <p:sp>
        <p:nvSpPr>
          <p:cNvPr id="315" name="PlaceHolder 6"/>
          <p:cNvSpPr>
            <a:spLocks noGrp="1"/>
          </p:cNvSpPr>
          <p:nvPr>
            <p:ph type="sldNum" idx="22"/>
          </p:nvPr>
        </p:nvSpPr>
        <p:spPr>
          <a:xfrm>
            <a:off x="4399200" y="9555480"/>
            <a:ext cx="3372840" cy="502560"/>
          </a:xfrm>
          <a:prstGeom prst="rect">
            <a:avLst/>
          </a:prstGeom>
          <a:noFill/>
          <a:ln w="0">
            <a:noFill/>
          </a:ln>
        </p:spPr>
        <p:txBody>
          <a:bodyPr lIns="0" rIns="0" tIns="0" bIns="0" anchor="b">
            <a:noAutofit/>
          </a:bodyPr>
          <a:lstStyle>
            <a:lvl1pPr algn="r">
              <a:buNone/>
              <a:defRPr b="0" lang="en-CA" sz="1400" spc="-1" strike="noStrike">
                <a:latin typeface="Times New Roman"/>
              </a:defRPr>
            </a:lvl1pPr>
          </a:lstStyle>
          <a:p>
            <a:pPr algn="r">
              <a:buNone/>
            </a:pPr>
            <a:fld id="{5C4185AE-5FA7-49FA-861A-06617C02B33A}" type="slidenum">
              <a:rPr b="0" lang="en-CA" sz="1400" spc="-1" strike="noStrike">
                <a:latin typeface="Times New Roman"/>
              </a:rPr>
              <a:t>&lt;number&gt;</a:t>
            </a:fld>
            <a:endParaRPr b="0" lang="en-CA"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533520" y="764280"/>
            <a:ext cx="6704640" cy="3771360"/>
          </a:xfrm>
          <a:prstGeom prst="rect">
            <a:avLst/>
          </a:prstGeom>
          <a:ln w="0">
            <a:noFill/>
          </a:ln>
        </p:spPr>
      </p:sp>
      <p:sp>
        <p:nvSpPr>
          <p:cNvPr id="375" name="PlaceHolder 2"/>
          <p:cNvSpPr>
            <a:spLocks noGrp="1"/>
          </p:cNvSpPr>
          <p:nvPr>
            <p:ph type="body"/>
          </p:nvPr>
        </p:nvSpPr>
        <p:spPr>
          <a:xfrm>
            <a:off x="700920" y="4473720"/>
            <a:ext cx="5607360" cy="3659400"/>
          </a:xfrm>
          <a:prstGeom prst="rect">
            <a:avLst/>
          </a:prstGeom>
          <a:noFill/>
          <a:ln w="0">
            <a:noFill/>
          </a:ln>
        </p:spPr>
        <p:txBody>
          <a:bodyPr lIns="93240" rIns="93240" tIns="46440" bIns="46440" anchor="t">
            <a:noAutofit/>
          </a:bodyPr>
          <a:p>
            <a:pPr marL="216000">
              <a:lnSpc>
                <a:spcPct val="100000"/>
              </a:lnSpc>
              <a:buNone/>
              <a:tabLst>
                <a:tab algn="l" pos="0"/>
              </a:tabLst>
            </a:pPr>
            <a:r>
              <a:rPr b="0" lang="en-US" sz="2000" spc="-1" strike="noStrike">
                <a:solidFill>
                  <a:srgbClr val="000000"/>
                </a:solidFill>
                <a:latin typeface="Arial"/>
              </a:rPr>
              <a:t>https://www.ncsc.gov.uk/static-assets/documents/PwnedPasswordsTop100k.txt</a:t>
            </a:r>
            <a:endParaRPr b="0" lang="en-CA" sz="2000" spc="-1" strike="noStrike">
              <a:latin typeface="Arial"/>
            </a:endParaRPr>
          </a:p>
          <a:p>
            <a:pPr marL="216000">
              <a:lnSpc>
                <a:spcPct val="100000"/>
              </a:lnSpc>
              <a:buNone/>
              <a:tabLst>
                <a:tab algn="l" pos="0"/>
              </a:tabLst>
            </a:pPr>
            <a:endParaRPr b="0" lang="en-CA" sz="2000" spc="-1" strike="noStrike">
              <a:latin typeface="Arial"/>
            </a:endParaRPr>
          </a:p>
          <a:p>
            <a:pPr marL="216000">
              <a:lnSpc>
                <a:spcPct val="100000"/>
              </a:lnSpc>
              <a:buNone/>
              <a:tabLst>
                <a:tab algn="l" pos="0"/>
              </a:tabLst>
            </a:pPr>
            <a:endParaRPr b="0" lang="en-CA" sz="2000" spc="-1" strike="noStrike">
              <a:latin typeface="Arial"/>
            </a:endParaRPr>
          </a:p>
        </p:txBody>
      </p:sp>
      <p:sp>
        <p:nvSpPr>
          <p:cNvPr id="376" name="PlaceHolder 3"/>
          <p:cNvSpPr>
            <a:spLocks noGrp="1"/>
          </p:cNvSpPr>
          <p:nvPr>
            <p:ph type="sldNum" idx="24"/>
          </p:nvPr>
        </p:nvSpPr>
        <p:spPr>
          <a:xfrm>
            <a:off x="3970800" y="8830080"/>
            <a:ext cx="3036600" cy="465480"/>
          </a:xfrm>
          <a:prstGeom prst="rect">
            <a:avLst/>
          </a:prstGeom>
          <a:noFill/>
          <a:ln w="0">
            <a:noFill/>
          </a:ln>
        </p:spPr>
        <p:txBody>
          <a:bodyPr lIns="93240" rIns="93240" tIns="46440" bIns="46440" anchor="b">
            <a:noAutofit/>
          </a:bodyPr>
          <a:lstStyle>
            <a:lvl1pPr algn="r">
              <a:lnSpc>
                <a:spcPct val="100000"/>
              </a:lnSpc>
              <a:buNone/>
              <a:tabLst>
                <a:tab algn="l" pos="0"/>
              </a:tabLst>
              <a:defRPr b="0" lang="en-US" sz="1200" spc="-1" strike="noStrike">
                <a:solidFill>
                  <a:srgbClr val="000000"/>
                </a:solidFill>
                <a:latin typeface="+mn-lt"/>
                <a:ea typeface="+mn-ea"/>
              </a:defRPr>
            </a:lvl1pPr>
          </a:lstStyle>
          <a:p>
            <a:pPr algn="r">
              <a:lnSpc>
                <a:spcPct val="100000"/>
              </a:lnSpc>
              <a:buNone/>
              <a:tabLst>
                <a:tab algn="l" pos="0"/>
              </a:tabLst>
            </a:pPr>
            <a:fld id="{CE2C6C60-A4E4-4222-9BEB-C592956D7FFF}" type="slidenum">
              <a:rPr b="0" lang="en-US" sz="1200" spc="-1" strike="noStrike">
                <a:solidFill>
                  <a:srgbClr val="000000"/>
                </a:solidFill>
                <a:latin typeface="+mn-lt"/>
                <a:ea typeface="+mn-ea"/>
              </a:rPr>
              <a:t>&lt;number&gt;</a:t>
            </a:fld>
            <a:endParaRPr b="0" lang="en-CA"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0" y="764280"/>
            <a:ext cx="360" cy="360"/>
          </a:xfrm>
          <a:prstGeom prst="rect">
            <a:avLst/>
          </a:prstGeom>
          <a:ln w="0">
            <a:noFill/>
          </a:ln>
        </p:spPr>
      </p:sp>
      <p:sp>
        <p:nvSpPr>
          <p:cNvPr id="378" name="PlaceHolder 2"/>
          <p:cNvSpPr>
            <a:spLocks noGrp="1"/>
          </p:cNvSpPr>
          <p:nvPr>
            <p:ph type="body"/>
          </p:nvPr>
        </p:nvSpPr>
        <p:spPr>
          <a:xfrm>
            <a:off x="700920" y="4473720"/>
            <a:ext cx="5607360" cy="3659400"/>
          </a:xfrm>
          <a:prstGeom prst="rect">
            <a:avLst/>
          </a:prstGeom>
          <a:noFill/>
          <a:ln w="0">
            <a:noFill/>
          </a:ln>
        </p:spPr>
        <p:txBody>
          <a:bodyPr lIns="93240" rIns="93240" tIns="46440" bIns="46440" anchor="t">
            <a:noAutofit/>
          </a:bodyPr>
          <a:p>
            <a:pPr marL="216000">
              <a:lnSpc>
                <a:spcPct val="100000"/>
              </a:lnSpc>
              <a:buNone/>
              <a:tabLst>
                <a:tab algn="l" pos="0"/>
              </a:tabLst>
            </a:pPr>
            <a:r>
              <a:rPr b="0" lang="en-US" sz="1200" spc="-1" strike="noStrike">
                <a:solidFill>
                  <a:srgbClr val="000000"/>
                </a:solidFill>
                <a:latin typeface="Nirmala UI Semilight"/>
              </a:rPr>
              <a:t>Now is the time to engage in an interactive Q&amp;A session where you can ask questions, share insights, and clarify any doubts about the topics we have covered so far.</a:t>
            </a:r>
            <a:endParaRPr b="0" lang="en-CA" sz="1200" spc="-1" strike="noStrike">
              <a:latin typeface="Arial"/>
            </a:endParaRPr>
          </a:p>
          <a:p>
            <a:pPr marL="216000">
              <a:lnSpc>
                <a:spcPct val="100000"/>
              </a:lnSpc>
              <a:buNone/>
              <a:tabLst>
                <a:tab algn="l" pos="0"/>
              </a:tabLst>
            </a:pPr>
            <a:r>
              <a:rPr b="0" lang="en-US" sz="1200" spc="-1" strike="noStrike">
                <a:solidFill>
                  <a:srgbClr val="000000"/>
                </a:solidFill>
                <a:latin typeface="Nirmala UI Semilight"/>
              </a:rPr>
              <a:t>This open discussion is designed to ensure that every participant has the opportunity to voice their thoughts and learn from the collective experience of the group.</a:t>
            </a:r>
            <a:endParaRPr b="0" lang="en-CA" sz="1200" spc="-1" strike="noStrike">
              <a:latin typeface="Arial"/>
            </a:endParaRPr>
          </a:p>
          <a:p>
            <a:pPr marL="216000">
              <a:lnSpc>
                <a:spcPct val="100000"/>
              </a:lnSpc>
              <a:buNone/>
              <a:tabLst>
                <a:tab algn="l" pos="0"/>
              </a:tabLst>
            </a:pPr>
            <a:r>
              <a:rPr b="0" lang="en-US" sz="1200" spc="-1" strike="noStrike">
                <a:solidFill>
                  <a:srgbClr val="000000"/>
                </a:solidFill>
                <a:latin typeface="Nirmala UI Semilight"/>
              </a:rPr>
              <a:t>Your questions and comments are valuable as they help us identify areas that may need further explanation and enable us to tailor future sessions to your needs.</a:t>
            </a:r>
            <a:endParaRPr b="0" lang="en-CA" sz="1200" spc="-1" strike="noStrike">
              <a:latin typeface="Arial"/>
            </a:endParaRPr>
          </a:p>
          <a:p>
            <a:pPr marL="216000">
              <a:lnSpc>
                <a:spcPct val="100000"/>
              </a:lnSpc>
              <a:buNone/>
              <a:tabLst>
                <a:tab algn="l" pos="0"/>
              </a:tabLst>
            </a:pPr>
            <a:r>
              <a:rPr b="0" lang="en-US" sz="1200" spc="-1" strike="noStrike">
                <a:solidFill>
                  <a:srgbClr val="000000"/>
                </a:solidFill>
                <a:latin typeface="Nirmala UI Semilight"/>
              </a:rPr>
              <a:t>We encourage you to speak up and contribute to the dialogue, as this interaction is one of the key components of our interactive learning approach.</a:t>
            </a:r>
            <a:endParaRPr b="0" lang="en-CA" sz="1200" spc="-1" strike="noStrike">
              <a:latin typeface="Arial"/>
            </a:endParaRPr>
          </a:p>
          <a:p>
            <a:pPr marL="216000">
              <a:lnSpc>
                <a:spcPct val="100000"/>
              </a:lnSpc>
              <a:buNone/>
              <a:tabLst>
                <a:tab algn="l" pos="0"/>
              </a:tabLst>
            </a:pPr>
            <a:r>
              <a:rPr b="0" lang="en-US" sz="1200" spc="-1" strike="noStrike">
                <a:solidFill>
                  <a:srgbClr val="000000"/>
                </a:solidFill>
                <a:latin typeface="Nirmala UI Semilight"/>
              </a:rPr>
              <a:t>As the session progresses, take note of any questions or ideas that you would like to revisit, and feel free to share your perspectives with the class.</a:t>
            </a:r>
            <a:endParaRPr b="0" lang="en-CA" sz="1200" spc="-1" strike="noStrike">
              <a:latin typeface="Arial"/>
            </a:endParaRPr>
          </a:p>
        </p:txBody>
      </p:sp>
      <p:sp>
        <p:nvSpPr>
          <p:cNvPr id="379" name="PlaceHolder 3"/>
          <p:cNvSpPr>
            <a:spLocks noGrp="1"/>
          </p:cNvSpPr>
          <p:nvPr>
            <p:ph type="sldNum" idx="25"/>
          </p:nvPr>
        </p:nvSpPr>
        <p:spPr>
          <a:xfrm>
            <a:off x="3970800" y="8830080"/>
            <a:ext cx="3036600" cy="465480"/>
          </a:xfrm>
          <a:prstGeom prst="rect">
            <a:avLst/>
          </a:prstGeom>
          <a:noFill/>
          <a:ln w="0">
            <a:noFill/>
          </a:ln>
        </p:spPr>
        <p:txBody>
          <a:bodyPr lIns="93240" rIns="93240" tIns="46440" bIns="46440" anchor="b">
            <a:noAutofit/>
          </a:bodyPr>
          <a:lstStyle>
            <a:lvl1pPr algn="r">
              <a:lnSpc>
                <a:spcPct val="100000"/>
              </a:lnSpc>
              <a:buNone/>
              <a:tabLst>
                <a:tab algn="l" pos="0"/>
              </a:tabLst>
              <a:defRPr b="0" lang="en-US" sz="1200" spc="-1" strike="noStrike">
                <a:solidFill>
                  <a:srgbClr val="000000"/>
                </a:solidFill>
                <a:latin typeface="+mn-lt"/>
                <a:ea typeface="+mn-ea"/>
              </a:defRPr>
            </a:lvl1pPr>
          </a:lstStyle>
          <a:p>
            <a:pPr algn="r">
              <a:lnSpc>
                <a:spcPct val="100000"/>
              </a:lnSpc>
              <a:buNone/>
              <a:tabLst>
                <a:tab algn="l" pos="0"/>
              </a:tabLst>
            </a:pPr>
            <a:fld id="{EA0C4A68-EB71-4CF4-A534-A90EB00759AF}" type="slidenum">
              <a:rPr b="0" lang="en-US" sz="1200" spc="-1" strike="noStrike">
                <a:solidFill>
                  <a:srgbClr val="000000"/>
                </a:solidFill>
                <a:latin typeface="+mn-lt"/>
                <a:ea typeface="+mn-ea"/>
              </a:rPr>
              <a:t>&lt;number&gt;</a:t>
            </a:fld>
            <a:endParaRPr b="0" lang="en-CA"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76C4E032-BA65-48A5-9573-E49D4271DE25}" type="slidenum">
              <a:t>&lt;#&gt;</a:t>
            </a:fld>
          </a:p>
        </p:txBody>
      </p:sp>
      <p:sp>
        <p:nvSpPr>
          <p:cNvPr id="4" name="PlaceHolder 3"/>
          <p:cNvSpPr>
            <a:spLocks noGrp="1"/>
          </p:cNvSpPr>
          <p:nvPr>
            <p:ph type="dt" idx="3"/>
          </p:nvPr>
        </p:nvSpPr>
        <p:spPr/>
        <p:txBody>
          <a:bodyPr/>
          <a:p>
            <a:r>
              <a:rPr lang="en-CA"/>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38379D2-9A4E-41A7-839D-A0236EF59B05}"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2"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FB9AAAD-8D0D-4D48-A2BA-0E0AE019C61A}"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4"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5"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58B360E-73BF-4CAE-8D1C-8DFF6F9751EB}"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CEDF4A3-FD0D-430A-844A-1E845EFB4E94}"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9E85BFB-5511-4747-95C8-EE6EAB7C6BDE}"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9"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0"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1"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23BEBF9-8F87-4C61-832E-DD09E1C6C955}"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4"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5"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011F81B-27FE-404F-8777-77647E96F94D}"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7"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8"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9"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1D4F3F3-A83E-44B2-AC51-083B923EE698}"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1"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2"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13850A3E-EF8D-4C95-842E-0D842A19DD23}"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4"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5"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6"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7"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C0BA301C-E7E7-483E-9F33-DC3820940B81}" type="slidenum">
              <a:t>&lt;#&gt;</a:t>
            </a:fld>
          </a:p>
        </p:txBody>
      </p:sp>
      <p:sp>
        <p:nvSpPr>
          <p:cNvPr id="9" name="PlaceHolder 8"/>
          <p:cNvSpPr>
            <a:spLocks noGrp="1"/>
          </p:cNvSpPr>
          <p:nvPr>
            <p:ph type="dt" idx="3"/>
          </p:nvPr>
        </p:nvSpPr>
        <p:spPr/>
        <p:txBody>
          <a:bodyPr/>
          <a:p>
            <a:r>
              <a:rPr lang="en-CA"/>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9"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40"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41"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42"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43"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44"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5571AEC-9981-4A2D-826D-E49373E3E592}" type="slidenum">
              <a:t>&lt;#&gt;</a:t>
            </a:fld>
          </a:p>
        </p:txBody>
      </p:sp>
      <p:sp>
        <p:nvSpPr>
          <p:cNvPr id="11" name="PlaceHolder 10"/>
          <p:cNvSpPr>
            <a:spLocks noGrp="1"/>
          </p:cNvSpPr>
          <p:nvPr>
            <p:ph type="dt" idx="3"/>
          </p:nvPr>
        </p:nvSpPr>
        <p:spPr/>
        <p:txBody>
          <a:bodyPr/>
          <a:p>
            <a:r>
              <a:rPr lang="en-CA"/>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F18AB61D-1E6F-4EF5-B60E-5E224D5BD5EE}" type="slidenum">
              <a:t>&lt;#&gt;</a:t>
            </a:fld>
          </a:p>
        </p:txBody>
      </p:sp>
      <p:sp>
        <p:nvSpPr>
          <p:cNvPr id="4" name="PlaceHolder 3"/>
          <p:cNvSpPr>
            <a:spLocks noGrp="1"/>
          </p:cNvSpPr>
          <p:nvPr>
            <p:ph type="dt" idx="6"/>
          </p:nvPr>
        </p:nvSpPr>
        <p:spPr/>
        <p:txBody>
          <a:bodyPr/>
          <a:p>
            <a:r>
              <a:rPr lang="en-CA"/>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5"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C4C6470-27A7-4928-9FBF-3FC47847745C}" type="slidenum">
              <a:t>&lt;#&gt;</a:t>
            </a:fld>
          </a:p>
        </p:txBody>
      </p:sp>
      <p:sp>
        <p:nvSpPr>
          <p:cNvPr id="6" name="PlaceHolder 5"/>
          <p:cNvSpPr>
            <a:spLocks noGrp="1"/>
          </p:cNvSpPr>
          <p:nvPr>
            <p:ph type="dt" idx="6"/>
          </p:nvPr>
        </p:nvSpPr>
        <p:spPr/>
        <p:txBody>
          <a:bodyPr/>
          <a:p>
            <a:r>
              <a:rPr lang="en-CA"/>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7"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8F456AF-2284-45FD-A52F-3E5C9A281E33}" type="slidenum">
              <a:t>&lt;#&gt;</a:t>
            </a:fld>
          </a:p>
        </p:txBody>
      </p:sp>
      <p:sp>
        <p:nvSpPr>
          <p:cNvPr id="6" name="PlaceHolder 5"/>
          <p:cNvSpPr>
            <a:spLocks noGrp="1"/>
          </p:cNvSpPr>
          <p:nvPr>
            <p:ph type="dt" idx="6"/>
          </p:nvPr>
        </p:nvSpPr>
        <p:spPr/>
        <p:txBody>
          <a:bodyPr/>
          <a:p>
            <a:r>
              <a:rPr lang="en-CA"/>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9"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60"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1FB992E-208D-4AAF-8C58-CDA459D04856}" type="slidenum">
              <a:t>&lt;#&gt;</a:t>
            </a:fld>
          </a:p>
        </p:txBody>
      </p:sp>
      <p:sp>
        <p:nvSpPr>
          <p:cNvPr id="7" name="PlaceHolder 6"/>
          <p:cNvSpPr>
            <a:spLocks noGrp="1"/>
          </p:cNvSpPr>
          <p:nvPr>
            <p:ph type="dt" idx="6"/>
          </p:nvPr>
        </p:nvSpPr>
        <p:spPr/>
        <p:txBody>
          <a:bodyPr/>
          <a:p>
            <a:r>
              <a:rPr lang="en-CA"/>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7D03606-60D6-48EF-B0D5-47F83939BC23}" type="slidenum">
              <a:t>&lt;#&gt;</a:t>
            </a:fld>
          </a:p>
        </p:txBody>
      </p:sp>
      <p:sp>
        <p:nvSpPr>
          <p:cNvPr id="5" name="PlaceHolder 4"/>
          <p:cNvSpPr>
            <a:spLocks noGrp="1"/>
          </p:cNvSpPr>
          <p:nvPr>
            <p:ph type="dt" idx="6"/>
          </p:nvPr>
        </p:nvSpPr>
        <p:spPr/>
        <p:txBody>
          <a:bodyPr/>
          <a:p>
            <a:r>
              <a:rPr lang="en-CA"/>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0B3AA54D-5275-4219-B513-FDA048BBE00E}" type="slidenum">
              <a:t>&lt;#&gt;</a:t>
            </a:fld>
          </a:p>
        </p:txBody>
      </p:sp>
      <p:sp>
        <p:nvSpPr>
          <p:cNvPr id="5" name="PlaceHolder 4"/>
          <p:cNvSpPr>
            <a:spLocks noGrp="1"/>
          </p:cNvSpPr>
          <p:nvPr>
            <p:ph type="dt" idx="6"/>
          </p:nvPr>
        </p:nvSpPr>
        <p:spPr/>
        <p:txBody>
          <a:bodyPr/>
          <a:p>
            <a:r>
              <a:rPr lang="en-CA"/>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4"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5"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66"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80D1757-7644-4C13-9EBF-169FFAF4B907}"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8"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69"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0"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9DFBE098-9568-487F-9DA7-1A160E562F96}"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2"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3"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4"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308FB34-1663-48A0-8A2C-51675B205CDC}"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6"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7"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D71FF849-AD69-4D3A-B709-CCAE64757FB0}" type="slidenum">
              <a:t>&lt;#&gt;</a:t>
            </a:fld>
          </a:p>
        </p:txBody>
      </p:sp>
      <p:sp>
        <p:nvSpPr>
          <p:cNvPr id="7" name="PlaceHolder 6"/>
          <p:cNvSpPr>
            <a:spLocks noGrp="1"/>
          </p:cNvSpPr>
          <p:nvPr>
            <p:ph type="dt" idx="6"/>
          </p:nvPr>
        </p:nvSpPr>
        <p:spPr/>
        <p:txBody>
          <a:bodyPr/>
          <a:p>
            <a:r>
              <a:rPr lang="en-CA"/>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9"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0"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1"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2"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89A1C33F-C135-4B2D-B1FB-FA6FF0131EAC}" type="slidenum">
              <a:t>&lt;#&gt;</a:t>
            </a:fld>
          </a:p>
        </p:txBody>
      </p:sp>
      <p:sp>
        <p:nvSpPr>
          <p:cNvPr id="9" name="PlaceHolder 8"/>
          <p:cNvSpPr>
            <a:spLocks noGrp="1"/>
          </p:cNvSpPr>
          <p:nvPr>
            <p:ph type="dt" idx="6"/>
          </p:nvPr>
        </p:nvSpPr>
        <p:spPr/>
        <p:txBody>
          <a:bodyPr/>
          <a:p>
            <a:r>
              <a:rPr lang="en-CA"/>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84"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5"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6"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7"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8"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89"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2E40D63A-9F78-424D-9745-CE20A6664A3F}" type="slidenum">
              <a:t>&lt;#&gt;</a:t>
            </a:fld>
          </a:p>
        </p:txBody>
      </p:sp>
      <p:sp>
        <p:nvSpPr>
          <p:cNvPr id="11" name="PlaceHolder 10"/>
          <p:cNvSpPr>
            <a:spLocks noGrp="1"/>
          </p:cNvSpPr>
          <p:nvPr>
            <p:ph type="dt" idx="6"/>
          </p:nvPr>
        </p:nvSpPr>
        <p:spPr/>
        <p:txBody>
          <a:bodyPr/>
          <a:p>
            <a:r>
              <a:rPr lang="en-CA"/>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7D4A7E4-5420-41A5-9A99-7A0AFC1224AB}"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8"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C4E0C6FB-A939-47DF-85BE-1573CE55F8CA}"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0"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1E718F1-98D9-47E2-ABC3-4F883D0200AC}"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2"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03"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02D1ECA5-825F-4BE1-857C-B5BB75C3AED5}"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85D76732-467C-44C5-8DD2-8AE2EBD016CF}"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95843906-4CE9-4E4B-8E8F-CA0DF5959AF0}"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7"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08"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09"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B6A30B54-8FC0-4692-AF4A-0FA634A9046B}"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1"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12"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13"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B3296C16-2A8F-47FC-9278-C57F7A3D0B1E}"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5"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16"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17"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CF6C4BCA-6BCC-4305-BD75-9C5750A29E27}"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9"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20"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61229256-3EFE-45F0-8F14-66F9EFB61679}"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22"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23"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24"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25"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58059870-8266-4312-A5FF-EA68B92B583C}"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27"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28"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29"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30"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31"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32"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1E8E92EE-1116-4D51-B2F4-3F5E26179694}"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F1FA578B-48D7-4A91-B788-14310C437470}"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40"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9"/>
          </p:nvPr>
        </p:nvSpPr>
        <p:spPr/>
        <p:txBody>
          <a:bodyPr/>
          <a:p>
            <a:r>
              <a:t>Footer</a:t>
            </a:r>
          </a:p>
        </p:txBody>
      </p:sp>
      <p:sp>
        <p:nvSpPr>
          <p:cNvPr id="5" name="PlaceHolder 4"/>
          <p:cNvSpPr>
            <a:spLocks noGrp="1"/>
          </p:cNvSpPr>
          <p:nvPr>
            <p:ph type="sldNum" idx="10"/>
          </p:nvPr>
        </p:nvSpPr>
        <p:spPr/>
        <p:txBody>
          <a:bodyPr/>
          <a:p>
            <a:fld id="{DB516E0C-94E6-4944-BE78-FA1608A92FCD}"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42"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9"/>
          </p:nvPr>
        </p:nvSpPr>
        <p:spPr/>
        <p:txBody>
          <a:bodyPr/>
          <a:p>
            <a:r>
              <a:t>Footer</a:t>
            </a:r>
          </a:p>
        </p:txBody>
      </p:sp>
      <p:sp>
        <p:nvSpPr>
          <p:cNvPr id="5" name="PlaceHolder 4"/>
          <p:cNvSpPr>
            <a:spLocks noGrp="1"/>
          </p:cNvSpPr>
          <p:nvPr>
            <p:ph type="sldNum" idx="10"/>
          </p:nvPr>
        </p:nvSpPr>
        <p:spPr/>
        <p:txBody>
          <a:bodyPr/>
          <a:p>
            <a:fld id="{C542C023-91A0-4EBB-94DE-FD41114D7352}"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44"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45"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9"/>
          </p:nvPr>
        </p:nvSpPr>
        <p:spPr/>
        <p:txBody>
          <a:bodyPr/>
          <a:p>
            <a:r>
              <a:t>Footer</a:t>
            </a:r>
          </a:p>
        </p:txBody>
      </p:sp>
      <p:sp>
        <p:nvSpPr>
          <p:cNvPr id="6" name="PlaceHolder 5"/>
          <p:cNvSpPr>
            <a:spLocks noGrp="1"/>
          </p:cNvSpPr>
          <p:nvPr>
            <p:ph type="sldNum" idx="10"/>
          </p:nvPr>
        </p:nvSpPr>
        <p:spPr/>
        <p:txBody>
          <a:bodyPr/>
          <a:p>
            <a:fld id="{BB9C8E11-C345-47C7-B963-7FEA9EEF0AA6}"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9"/>
          </p:nvPr>
        </p:nvSpPr>
        <p:spPr/>
        <p:txBody>
          <a:bodyPr/>
          <a:p>
            <a:r>
              <a:t>Footer</a:t>
            </a:r>
          </a:p>
        </p:txBody>
      </p:sp>
      <p:sp>
        <p:nvSpPr>
          <p:cNvPr id="4" name="PlaceHolder 3"/>
          <p:cNvSpPr>
            <a:spLocks noGrp="1"/>
          </p:cNvSpPr>
          <p:nvPr>
            <p:ph type="sldNum" idx="10"/>
          </p:nvPr>
        </p:nvSpPr>
        <p:spPr/>
        <p:txBody>
          <a:bodyPr/>
          <a:p>
            <a:fld id="{298F0491-1C82-415A-A32A-FB5B25BA06D8}"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7"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9"/>
          </p:nvPr>
        </p:nvSpPr>
        <p:spPr/>
        <p:txBody>
          <a:bodyPr/>
          <a:p>
            <a:r>
              <a:t>Footer</a:t>
            </a:r>
          </a:p>
        </p:txBody>
      </p:sp>
      <p:sp>
        <p:nvSpPr>
          <p:cNvPr id="4" name="PlaceHolder 3"/>
          <p:cNvSpPr>
            <a:spLocks noGrp="1"/>
          </p:cNvSpPr>
          <p:nvPr>
            <p:ph type="sldNum" idx="10"/>
          </p:nvPr>
        </p:nvSpPr>
        <p:spPr/>
        <p:txBody>
          <a:bodyPr/>
          <a:p>
            <a:fld id="{72E4A29B-1AA6-4EBA-9FF9-B80A067F088D}"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49"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50"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51"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9"/>
          </p:nvPr>
        </p:nvSpPr>
        <p:spPr/>
        <p:txBody>
          <a:bodyPr/>
          <a:p>
            <a:r>
              <a:t>Footer</a:t>
            </a:r>
          </a:p>
        </p:txBody>
      </p:sp>
      <p:sp>
        <p:nvSpPr>
          <p:cNvPr id="7" name="PlaceHolder 6"/>
          <p:cNvSpPr>
            <a:spLocks noGrp="1"/>
          </p:cNvSpPr>
          <p:nvPr>
            <p:ph type="sldNum" idx="10"/>
          </p:nvPr>
        </p:nvSpPr>
        <p:spPr/>
        <p:txBody>
          <a:bodyPr/>
          <a:p>
            <a:fld id="{E50CEA32-5FE4-450C-9AC0-8733C208AA34}"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53"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54"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55"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9"/>
          </p:nvPr>
        </p:nvSpPr>
        <p:spPr/>
        <p:txBody>
          <a:bodyPr/>
          <a:p>
            <a:r>
              <a:t>Footer</a:t>
            </a:r>
          </a:p>
        </p:txBody>
      </p:sp>
      <p:sp>
        <p:nvSpPr>
          <p:cNvPr id="7" name="PlaceHolder 6"/>
          <p:cNvSpPr>
            <a:spLocks noGrp="1"/>
          </p:cNvSpPr>
          <p:nvPr>
            <p:ph type="sldNum" idx="10"/>
          </p:nvPr>
        </p:nvSpPr>
        <p:spPr/>
        <p:txBody>
          <a:bodyPr/>
          <a:p>
            <a:fld id="{6A20ED75-E086-4BB6-8235-76BA68047A35}"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57"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58"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59"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9"/>
          </p:nvPr>
        </p:nvSpPr>
        <p:spPr/>
        <p:txBody>
          <a:bodyPr/>
          <a:p>
            <a:r>
              <a:t>Footer</a:t>
            </a:r>
          </a:p>
        </p:txBody>
      </p:sp>
      <p:sp>
        <p:nvSpPr>
          <p:cNvPr id="7" name="PlaceHolder 6"/>
          <p:cNvSpPr>
            <a:spLocks noGrp="1"/>
          </p:cNvSpPr>
          <p:nvPr>
            <p:ph type="sldNum" idx="10"/>
          </p:nvPr>
        </p:nvSpPr>
        <p:spPr/>
        <p:txBody>
          <a:bodyPr/>
          <a:p>
            <a:fld id="{2061DF58-EF1B-49E5-A25E-C72915BA46B4}"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61"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62"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9"/>
          </p:nvPr>
        </p:nvSpPr>
        <p:spPr/>
        <p:txBody>
          <a:bodyPr/>
          <a:p>
            <a:r>
              <a:t>Footer</a:t>
            </a:r>
          </a:p>
        </p:txBody>
      </p:sp>
      <p:sp>
        <p:nvSpPr>
          <p:cNvPr id="6" name="PlaceHolder 5"/>
          <p:cNvSpPr>
            <a:spLocks noGrp="1"/>
          </p:cNvSpPr>
          <p:nvPr>
            <p:ph type="sldNum" idx="10"/>
          </p:nvPr>
        </p:nvSpPr>
        <p:spPr/>
        <p:txBody>
          <a:bodyPr/>
          <a:p>
            <a:fld id="{B0350832-28E7-40C7-A44A-F7064644D418}"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64"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65"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66"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67"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9"/>
          </p:nvPr>
        </p:nvSpPr>
        <p:spPr/>
        <p:txBody>
          <a:bodyPr/>
          <a:p>
            <a:r>
              <a:t>Footer</a:t>
            </a:r>
          </a:p>
        </p:txBody>
      </p:sp>
      <p:sp>
        <p:nvSpPr>
          <p:cNvPr id="8" name="PlaceHolder 7"/>
          <p:cNvSpPr>
            <a:spLocks noGrp="1"/>
          </p:cNvSpPr>
          <p:nvPr>
            <p:ph type="sldNum" idx="10"/>
          </p:nvPr>
        </p:nvSpPr>
        <p:spPr/>
        <p:txBody>
          <a:bodyPr/>
          <a:p>
            <a:fld id="{46B9C1F7-40F3-4B2D-ACA9-60FDCF29B031}"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69"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70"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71"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72"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73"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74"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9"/>
          </p:nvPr>
        </p:nvSpPr>
        <p:spPr/>
        <p:txBody>
          <a:bodyPr/>
          <a:p>
            <a:r>
              <a:t>Footer</a:t>
            </a:r>
          </a:p>
        </p:txBody>
      </p:sp>
      <p:sp>
        <p:nvSpPr>
          <p:cNvPr id="10" name="PlaceHolder 9"/>
          <p:cNvSpPr>
            <a:spLocks noGrp="1"/>
          </p:cNvSpPr>
          <p:nvPr>
            <p:ph type="sldNum" idx="10"/>
          </p:nvPr>
        </p:nvSpPr>
        <p:spPr/>
        <p:txBody>
          <a:bodyPr/>
          <a:p>
            <a:fld id="{590D5FB2-6C61-4F53-8E24-E2BA6FAAAFC8}" type="slidenum">
              <a:t>&lt;#&gt;</a:t>
            </a:fld>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834D4DB9-A8A8-4830-B0F8-1E014158927D}" type="slidenum">
              <a:t>&lt;#&gt;</a:t>
            </a:fld>
          </a:p>
        </p:txBody>
      </p:sp>
      <p:sp>
        <p:nvSpPr>
          <p:cNvPr id="4" name="PlaceHolder 3"/>
          <p:cNvSpPr>
            <a:spLocks noGrp="1"/>
          </p:cNvSpPr>
          <p:nvPr>
            <p:ph type="dt" idx="13"/>
          </p:nvPr>
        </p:nvSpPr>
        <p:spPr/>
        <p:txBody>
          <a:bodyPr/>
          <a:p>
            <a:r>
              <a:rPr lang="en-CA"/>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4"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85"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4E9C931-1E60-4133-8133-5F12A2ADE5BB}" type="slidenum">
              <a:t>&lt;#&gt;</a:t>
            </a:fld>
          </a:p>
        </p:txBody>
      </p:sp>
      <p:sp>
        <p:nvSpPr>
          <p:cNvPr id="6" name="PlaceHolder 5"/>
          <p:cNvSpPr>
            <a:spLocks noGrp="1"/>
          </p:cNvSpPr>
          <p:nvPr>
            <p:ph type="dt" idx="13"/>
          </p:nvPr>
        </p:nvSpPr>
        <p:spPr/>
        <p:txBody>
          <a:bodyPr/>
          <a:p>
            <a:r>
              <a:rPr lang="en-CA"/>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87"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88FBBB5-A8AE-4AEB-92B5-581777BB3070}" type="slidenum">
              <a:t>&lt;#&gt;</a:t>
            </a:fld>
          </a:p>
        </p:txBody>
      </p:sp>
      <p:sp>
        <p:nvSpPr>
          <p:cNvPr id="6" name="PlaceHolder 5"/>
          <p:cNvSpPr>
            <a:spLocks noGrp="1"/>
          </p:cNvSpPr>
          <p:nvPr>
            <p:ph type="dt" idx="13"/>
          </p:nvPr>
        </p:nvSpPr>
        <p:spPr/>
        <p:txBody>
          <a:bodyPr/>
          <a:p>
            <a:r>
              <a:rPr lang="en-CA"/>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89"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90"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E3C065F-BC1A-4E7B-98FC-2A39CE05217C}" type="slidenum">
              <a:t>&lt;#&gt;</a:t>
            </a:fld>
          </a:p>
        </p:txBody>
      </p:sp>
      <p:sp>
        <p:nvSpPr>
          <p:cNvPr id="7" name="PlaceHolder 6"/>
          <p:cNvSpPr>
            <a:spLocks noGrp="1"/>
          </p:cNvSpPr>
          <p:nvPr>
            <p:ph type="dt" idx="13"/>
          </p:nvPr>
        </p:nvSpPr>
        <p:spPr/>
        <p:txBody>
          <a:bodyPr/>
          <a:p>
            <a:r>
              <a:rPr lang="en-CA"/>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940951C6-724E-4F14-84AA-89EF7723312B}" type="slidenum">
              <a:t>&lt;#&gt;</a:t>
            </a:fld>
          </a:p>
        </p:txBody>
      </p:sp>
      <p:sp>
        <p:nvSpPr>
          <p:cNvPr id="5" name="PlaceHolder 4"/>
          <p:cNvSpPr>
            <a:spLocks noGrp="1"/>
          </p:cNvSpPr>
          <p:nvPr>
            <p:ph type="dt" idx="13"/>
          </p:nvPr>
        </p:nvSpPr>
        <p:spPr/>
        <p:txBody>
          <a:bodyPr/>
          <a:p>
            <a:r>
              <a:rPr lang="en-CA"/>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2"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CA3453E5-52EF-407B-988B-3F7DCA4A4612}" type="slidenum">
              <a:t>&lt;#&gt;</a:t>
            </a:fld>
          </a:p>
        </p:txBody>
      </p:sp>
      <p:sp>
        <p:nvSpPr>
          <p:cNvPr id="5" name="PlaceHolder 4"/>
          <p:cNvSpPr>
            <a:spLocks noGrp="1"/>
          </p:cNvSpPr>
          <p:nvPr>
            <p:ph type="dt" idx="13"/>
          </p:nvPr>
        </p:nvSpPr>
        <p:spPr/>
        <p:txBody>
          <a:bodyPr/>
          <a:p>
            <a:r>
              <a:rPr lang="en-CA"/>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94"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195"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96"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F3855F5-F152-4AE5-A82E-0E64A0332571}" type="slidenum">
              <a:t>&lt;#&gt;</a:t>
            </a:fld>
          </a:p>
        </p:txBody>
      </p:sp>
      <p:sp>
        <p:nvSpPr>
          <p:cNvPr id="8" name="PlaceHolder 7"/>
          <p:cNvSpPr>
            <a:spLocks noGrp="1"/>
          </p:cNvSpPr>
          <p:nvPr>
            <p:ph type="dt" idx="13"/>
          </p:nvPr>
        </p:nvSpPr>
        <p:spPr/>
        <p:txBody>
          <a:bodyPr/>
          <a:p>
            <a:r>
              <a:rPr lang="en-CA"/>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98"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199"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00"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3CD47B2D-4B33-4B3A-983B-D2FC125C7C6B}" type="slidenum">
              <a:t>&lt;#&gt;</a:t>
            </a:fld>
          </a:p>
        </p:txBody>
      </p:sp>
      <p:sp>
        <p:nvSpPr>
          <p:cNvPr id="8" name="PlaceHolder 7"/>
          <p:cNvSpPr>
            <a:spLocks noGrp="1"/>
          </p:cNvSpPr>
          <p:nvPr>
            <p:ph type="dt" idx="13"/>
          </p:nvPr>
        </p:nvSpPr>
        <p:spPr/>
        <p:txBody>
          <a:bodyPr/>
          <a:p>
            <a:r>
              <a:rPr lang="en-CA"/>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02"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03"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04"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D7EA3B4-73F6-4B62-9A88-4520340C3134}" type="slidenum">
              <a:t>&lt;#&gt;</a:t>
            </a:fld>
          </a:p>
        </p:txBody>
      </p:sp>
      <p:sp>
        <p:nvSpPr>
          <p:cNvPr id="8" name="PlaceHolder 7"/>
          <p:cNvSpPr>
            <a:spLocks noGrp="1"/>
          </p:cNvSpPr>
          <p:nvPr>
            <p:ph type="dt" idx="13"/>
          </p:nvPr>
        </p:nvSpPr>
        <p:spPr/>
        <p:txBody>
          <a:bodyPr/>
          <a:p>
            <a:r>
              <a:rPr lang="en-CA"/>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06"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07"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2089D710-373F-4927-8513-4160373524C4}" type="slidenum">
              <a:t>&lt;#&gt;</a:t>
            </a:fld>
          </a:p>
        </p:txBody>
      </p:sp>
      <p:sp>
        <p:nvSpPr>
          <p:cNvPr id="7" name="PlaceHolder 6"/>
          <p:cNvSpPr>
            <a:spLocks noGrp="1"/>
          </p:cNvSpPr>
          <p:nvPr>
            <p:ph type="dt" idx="13"/>
          </p:nvPr>
        </p:nvSpPr>
        <p:spPr/>
        <p:txBody>
          <a:bodyPr/>
          <a:p>
            <a:r>
              <a:rPr lang="en-CA"/>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09"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0"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1"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2"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02C29ED5-E4F8-41DC-AD90-72738799549D}" type="slidenum">
              <a:t>&lt;#&gt;</a:t>
            </a:fld>
          </a:p>
        </p:txBody>
      </p:sp>
      <p:sp>
        <p:nvSpPr>
          <p:cNvPr id="9" name="PlaceHolder 8"/>
          <p:cNvSpPr>
            <a:spLocks noGrp="1"/>
          </p:cNvSpPr>
          <p:nvPr>
            <p:ph type="dt" idx="13"/>
          </p:nvPr>
        </p:nvSpPr>
        <p:spPr/>
        <p:txBody>
          <a:bodyPr/>
          <a:p>
            <a:r>
              <a:rPr lang="en-CA"/>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14"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5"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6"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7"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8"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19"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CEAD3497-28A7-437C-BFFE-1D3C13541905}" type="slidenum">
              <a:t>&lt;#&gt;</a:t>
            </a:fld>
          </a:p>
        </p:txBody>
      </p:sp>
      <p:sp>
        <p:nvSpPr>
          <p:cNvPr id="11" name="PlaceHolder 10"/>
          <p:cNvSpPr>
            <a:spLocks noGrp="1"/>
          </p:cNvSpPr>
          <p:nvPr>
            <p:ph type="dt" idx="13"/>
          </p:nvPr>
        </p:nvSpPr>
        <p:spPr/>
        <p:txBody>
          <a:bodyPr/>
          <a:p>
            <a:r>
              <a:rPr lang="en-CA"/>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40408FC-54B7-499E-BCEF-5F25ABBFF2B4}" type="slidenum">
              <a:t>&lt;#&gt;</a:t>
            </a:fld>
          </a:p>
        </p:txBody>
      </p:sp>
      <p:sp>
        <p:nvSpPr>
          <p:cNvPr id="4" name="PlaceHolder 3"/>
          <p:cNvSpPr>
            <a:spLocks noGrp="1"/>
          </p:cNvSpPr>
          <p:nvPr>
            <p:ph type="dt" idx="16"/>
          </p:nvPr>
        </p:nvSpPr>
        <p:spPr/>
        <p:txBody>
          <a:bodyPr/>
          <a:p>
            <a:r>
              <a:rPr lang="en-CA"/>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9"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0"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EC7D73C-CE44-48B1-822A-2D06D35767AE}" type="slidenum">
              <a:t>&lt;#&gt;</a:t>
            </a:fld>
          </a:p>
        </p:txBody>
      </p:sp>
      <p:sp>
        <p:nvSpPr>
          <p:cNvPr id="6" name="PlaceHolder 5"/>
          <p:cNvSpPr>
            <a:spLocks noGrp="1"/>
          </p:cNvSpPr>
          <p:nvPr>
            <p:ph type="dt" idx="16"/>
          </p:nvPr>
        </p:nvSpPr>
        <p:spPr/>
        <p:txBody>
          <a:bodyPr/>
          <a:p>
            <a:r>
              <a:rPr lang="en-CA"/>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2"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607C7BCC-AB23-4B3A-83C9-9D3F11C18108}" type="slidenum">
              <a:t>&lt;#&gt;</a:t>
            </a:fld>
          </a:p>
        </p:txBody>
      </p:sp>
      <p:sp>
        <p:nvSpPr>
          <p:cNvPr id="6" name="PlaceHolder 5"/>
          <p:cNvSpPr>
            <a:spLocks noGrp="1"/>
          </p:cNvSpPr>
          <p:nvPr>
            <p:ph type="dt" idx="16"/>
          </p:nvPr>
        </p:nvSpPr>
        <p:spPr/>
        <p:txBody>
          <a:bodyPr/>
          <a:p>
            <a:r>
              <a:rPr lang="en-CA"/>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4"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35"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DCE64937-EE03-4C16-9A39-2A0D3BC6EA35}" type="slidenum">
              <a:t>&lt;#&gt;</a:t>
            </a:fld>
          </a:p>
        </p:txBody>
      </p:sp>
      <p:sp>
        <p:nvSpPr>
          <p:cNvPr id="7" name="PlaceHolder 6"/>
          <p:cNvSpPr>
            <a:spLocks noGrp="1"/>
          </p:cNvSpPr>
          <p:nvPr>
            <p:ph type="dt" idx="16"/>
          </p:nvPr>
        </p:nvSpPr>
        <p:spPr/>
        <p:txBody>
          <a:bodyPr/>
          <a:p>
            <a:r>
              <a:rPr lang="en-CA"/>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6CF6D4F0-B4F6-489A-970C-F5DA31A0A71C}" type="slidenum">
              <a:t>&lt;#&gt;</a:t>
            </a:fld>
          </a:p>
        </p:txBody>
      </p:sp>
      <p:sp>
        <p:nvSpPr>
          <p:cNvPr id="5" name="PlaceHolder 4"/>
          <p:cNvSpPr>
            <a:spLocks noGrp="1"/>
          </p:cNvSpPr>
          <p:nvPr>
            <p:ph type="dt" idx="16"/>
          </p:nvPr>
        </p:nvSpPr>
        <p:spPr/>
        <p:txBody>
          <a:bodyPr/>
          <a:p>
            <a:r>
              <a:rPr lang="en-CA"/>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7"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17FA6232-C1BD-4ADA-A6E7-B89CF898EC46}" type="slidenum">
              <a:t>&lt;#&gt;</a:t>
            </a:fld>
          </a:p>
        </p:txBody>
      </p:sp>
      <p:sp>
        <p:nvSpPr>
          <p:cNvPr id="5" name="PlaceHolder 4"/>
          <p:cNvSpPr>
            <a:spLocks noGrp="1"/>
          </p:cNvSpPr>
          <p:nvPr>
            <p:ph type="dt" idx="16"/>
          </p:nvPr>
        </p:nvSpPr>
        <p:spPr/>
        <p:txBody>
          <a:bodyPr/>
          <a:p>
            <a:r>
              <a:rPr lang="en-CA"/>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9"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40"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41"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A7ED1B1-3D94-488D-9C50-A68644247209}" type="slidenum">
              <a:t>&lt;#&gt;</a:t>
            </a:fld>
          </a:p>
        </p:txBody>
      </p:sp>
      <p:sp>
        <p:nvSpPr>
          <p:cNvPr id="8" name="PlaceHolder 7"/>
          <p:cNvSpPr>
            <a:spLocks noGrp="1"/>
          </p:cNvSpPr>
          <p:nvPr>
            <p:ph type="dt" idx="16"/>
          </p:nvPr>
        </p:nvSpPr>
        <p:spPr/>
        <p:txBody>
          <a:bodyPr/>
          <a:p>
            <a:r>
              <a:rPr lang="en-CA"/>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43"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44"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45"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6382932D-72F0-403A-8A96-A46658086924}" type="slidenum">
              <a:t>&lt;#&gt;</a:t>
            </a:fld>
          </a:p>
        </p:txBody>
      </p:sp>
      <p:sp>
        <p:nvSpPr>
          <p:cNvPr id="8" name="PlaceHolder 7"/>
          <p:cNvSpPr>
            <a:spLocks noGrp="1"/>
          </p:cNvSpPr>
          <p:nvPr>
            <p:ph type="dt" idx="16"/>
          </p:nvPr>
        </p:nvSpPr>
        <p:spPr/>
        <p:txBody>
          <a:bodyPr/>
          <a:p>
            <a:r>
              <a:rPr lang="en-CA"/>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47"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48"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49"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8CD324DC-B39A-41E5-8E8F-B39F730E5EC5}" type="slidenum">
              <a:t>&lt;#&gt;</a:t>
            </a:fld>
          </a:p>
        </p:txBody>
      </p:sp>
      <p:sp>
        <p:nvSpPr>
          <p:cNvPr id="8" name="PlaceHolder 7"/>
          <p:cNvSpPr>
            <a:spLocks noGrp="1"/>
          </p:cNvSpPr>
          <p:nvPr>
            <p:ph type="dt" idx="16"/>
          </p:nvPr>
        </p:nvSpPr>
        <p:spPr/>
        <p:txBody>
          <a:bodyPr/>
          <a:p>
            <a:r>
              <a:rPr lang="en-CA"/>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51"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52"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015AF291-514A-4B80-BCC1-8F3BCB20EF55}" type="slidenum">
              <a:t>&lt;#&gt;</a:t>
            </a:fld>
          </a:p>
        </p:txBody>
      </p:sp>
      <p:sp>
        <p:nvSpPr>
          <p:cNvPr id="7" name="PlaceHolder 6"/>
          <p:cNvSpPr>
            <a:spLocks noGrp="1"/>
          </p:cNvSpPr>
          <p:nvPr>
            <p:ph type="dt" idx="16"/>
          </p:nvPr>
        </p:nvSpPr>
        <p:spPr/>
        <p:txBody>
          <a:bodyPr/>
          <a:p>
            <a:r>
              <a:rPr lang="en-CA"/>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54"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55"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56"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57"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232388C8-5E26-45EB-B9E1-3CA653354951}" type="slidenum">
              <a:t>&lt;#&gt;</a:t>
            </a:fld>
          </a:p>
        </p:txBody>
      </p:sp>
      <p:sp>
        <p:nvSpPr>
          <p:cNvPr id="9" name="PlaceHolder 8"/>
          <p:cNvSpPr>
            <a:spLocks noGrp="1"/>
          </p:cNvSpPr>
          <p:nvPr>
            <p:ph type="dt" idx="16"/>
          </p:nvPr>
        </p:nvSpPr>
        <p:spPr/>
        <p:txBody>
          <a:bodyPr/>
          <a:p>
            <a:r>
              <a:rPr lang="en-CA"/>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59"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60"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61"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62"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63"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64"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51AB06C5-05DA-4BFA-B355-E170C3EB79FB}" type="slidenum">
              <a:t>&lt;#&gt;</a:t>
            </a:fld>
          </a:p>
        </p:txBody>
      </p:sp>
      <p:sp>
        <p:nvSpPr>
          <p:cNvPr id="11" name="PlaceHolder 10"/>
          <p:cNvSpPr>
            <a:spLocks noGrp="1"/>
          </p:cNvSpPr>
          <p:nvPr>
            <p:ph type="dt" idx="16"/>
          </p:nvPr>
        </p:nvSpPr>
        <p:spPr/>
        <p:txBody>
          <a:bodyPr/>
          <a:p>
            <a:r>
              <a:rPr lang="en-CA"/>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
        <p:nvSpPr>
          <p:cNvPr id="3" name="PlaceHolder 2"/>
          <p:cNvSpPr>
            <a:spLocks noGrp="1"/>
          </p:cNvSpPr>
          <p:nvPr>
            <p:ph type="sldNum" idx="19"/>
          </p:nvPr>
        </p:nvSpPr>
        <p:spPr/>
        <p:txBody>
          <a:bodyPr/>
          <a:p>
            <a:fld id="{F4DC6532-6ADF-4853-B651-746726B1D9F9}" type="slidenum">
              <a:t>&lt;#&gt;</a:t>
            </a:fld>
          </a:p>
        </p:txBody>
      </p:sp>
      <p:sp>
        <p:nvSpPr>
          <p:cNvPr id="4" name="PlaceHolder 3"/>
          <p:cNvSpPr>
            <a:spLocks noGrp="1"/>
          </p:cNvSpPr>
          <p:nvPr>
            <p:ph type="dt" idx="17"/>
          </p:nvPr>
        </p:nvSpPr>
        <p:spPr/>
        <p:txBody>
          <a:bodyPr/>
          <a:p>
            <a:r>
              <a:rPr lang="en-CA"/>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75" name="PlaceHolder 2"/>
          <p:cNvSpPr>
            <a:spLocks noGrp="1"/>
          </p:cNvSpPr>
          <p:nvPr>
            <p:ph type="subTitle"/>
          </p:nvPr>
        </p:nvSpPr>
        <p:spPr>
          <a:xfrm>
            <a:off x="609480" y="1073880"/>
            <a:ext cx="10158840" cy="50511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8"/>
          </p:nvPr>
        </p:nvSpPr>
        <p:spPr/>
        <p:txBody>
          <a:bodyPr/>
          <a:p>
            <a:r>
              <a:t>Footer</a:t>
            </a:r>
          </a:p>
        </p:txBody>
      </p:sp>
      <p:sp>
        <p:nvSpPr>
          <p:cNvPr id="5" name="PlaceHolder 4"/>
          <p:cNvSpPr>
            <a:spLocks noGrp="1"/>
          </p:cNvSpPr>
          <p:nvPr>
            <p:ph type="sldNum" idx="19"/>
          </p:nvPr>
        </p:nvSpPr>
        <p:spPr/>
        <p:txBody>
          <a:bodyPr/>
          <a:p>
            <a:fld id="{7C802207-546A-457D-87DE-879CED133362}" type="slidenum">
              <a:t>&lt;#&gt;</a:t>
            </a:fld>
          </a:p>
        </p:txBody>
      </p:sp>
      <p:sp>
        <p:nvSpPr>
          <p:cNvPr id="6" name="PlaceHolder 5"/>
          <p:cNvSpPr>
            <a:spLocks noGrp="1"/>
          </p:cNvSpPr>
          <p:nvPr>
            <p:ph type="dt" idx="17"/>
          </p:nvPr>
        </p:nvSpPr>
        <p:spPr/>
        <p:txBody>
          <a:bodyPr/>
          <a:p>
            <a:r>
              <a:rPr lang="en-CA"/>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76"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77" name="PlaceHolder 2"/>
          <p:cNvSpPr>
            <a:spLocks noGrp="1"/>
          </p:cNvSpPr>
          <p:nvPr>
            <p:ph/>
          </p:nvPr>
        </p:nvSpPr>
        <p:spPr>
          <a:xfrm>
            <a:off x="609480" y="1073880"/>
            <a:ext cx="10158840" cy="505116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8"/>
          </p:nvPr>
        </p:nvSpPr>
        <p:spPr/>
        <p:txBody>
          <a:bodyPr/>
          <a:p>
            <a:r>
              <a:t>Footer</a:t>
            </a:r>
          </a:p>
        </p:txBody>
      </p:sp>
      <p:sp>
        <p:nvSpPr>
          <p:cNvPr id="5" name="PlaceHolder 4"/>
          <p:cNvSpPr>
            <a:spLocks noGrp="1"/>
          </p:cNvSpPr>
          <p:nvPr>
            <p:ph type="sldNum" idx="19"/>
          </p:nvPr>
        </p:nvSpPr>
        <p:spPr/>
        <p:txBody>
          <a:bodyPr/>
          <a:p>
            <a:fld id="{F7E18DB1-FABC-4EFA-8CA2-96F72ABF1436}" type="slidenum">
              <a:t>&lt;#&gt;</a:t>
            </a:fld>
          </a:p>
        </p:txBody>
      </p:sp>
      <p:sp>
        <p:nvSpPr>
          <p:cNvPr id="6" name="PlaceHolder 5"/>
          <p:cNvSpPr>
            <a:spLocks noGrp="1"/>
          </p:cNvSpPr>
          <p:nvPr>
            <p:ph type="dt" idx="17"/>
          </p:nvPr>
        </p:nvSpPr>
        <p:spPr/>
        <p:txBody>
          <a:bodyPr/>
          <a:p>
            <a:r>
              <a:rPr lang="en-CA"/>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79"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80"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8"/>
          </p:nvPr>
        </p:nvSpPr>
        <p:spPr/>
        <p:txBody>
          <a:bodyPr/>
          <a:p>
            <a:r>
              <a:t>Footer</a:t>
            </a:r>
          </a:p>
        </p:txBody>
      </p:sp>
      <p:sp>
        <p:nvSpPr>
          <p:cNvPr id="6" name="PlaceHolder 5"/>
          <p:cNvSpPr>
            <a:spLocks noGrp="1"/>
          </p:cNvSpPr>
          <p:nvPr>
            <p:ph type="sldNum" idx="19"/>
          </p:nvPr>
        </p:nvSpPr>
        <p:spPr/>
        <p:txBody>
          <a:bodyPr/>
          <a:p>
            <a:fld id="{957C789C-52D9-4D40-9158-76AC3F44473F}" type="slidenum">
              <a:t>&lt;#&gt;</a:t>
            </a:fld>
          </a:p>
        </p:txBody>
      </p:sp>
      <p:sp>
        <p:nvSpPr>
          <p:cNvPr id="7" name="PlaceHolder 6"/>
          <p:cNvSpPr>
            <a:spLocks noGrp="1"/>
          </p:cNvSpPr>
          <p:nvPr>
            <p:ph type="dt" idx="17"/>
          </p:nvPr>
        </p:nvSpPr>
        <p:spPr/>
        <p:txBody>
          <a:bodyPr/>
          <a:p>
            <a:r>
              <a:rPr lang="en-CA"/>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8"/>
          </p:nvPr>
        </p:nvSpPr>
        <p:spPr/>
        <p:txBody>
          <a:bodyPr/>
          <a:p>
            <a:r>
              <a:t>Footer</a:t>
            </a:r>
          </a:p>
        </p:txBody>
      </p:sp>
      <p:sp>
        <p:nvSpPr>
          <p:cNvPr id="4" name="PlaceHolder 3"/>
          <p:cNvSpPr>
            <a:spLocks noGrp="1"/>
          </p:cNvSpPr>
          <p:nvPr>
            <p:ph type="sldNum" idx="19"/>
          </p:nvPr>
        </p:nvSpPr>
        <p:spPr/>
        <p:txBody>
          <a:bodyPr/>
          <a:p>
            <a:fld id="{DFD1C046-D7FB-4586-B0F3-015806AD4AD2}" type="slidenum">
              <a:t>&lt;#&gt;</a:t>
            </a:fld>
          </a:p>
        </p:txBody>
      </p:sp>
      <p:sp>
        <p:nvSpPr>
          <p:cNvPr id="5" name="PlaceHolder 4"/>
          <p:cNvSpPr>
            <a:spLocks noGrp="1"/>
          </p:cNvSpPr>
          <p:nvPr>
            <p:ph type="dt" idx="17"/>
          </p:nvPr>
        </p:nvSpPr>
        <p:spPr/>
        <p:txBody>
          <a:bodyPr/>
          <a:p>
            <a:r>
              <a:rPr lang="en-CA"/>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2" name="PlaceHolder 1"/>
          <p:cNvSpPr>
            <a:spLocks noGrp="1"/>
          </p:cNvSpPr>
          <p:nvPr>
            <p:ph type="subTitle"/>
          </p:nvPr>
        </p:nvSpPr>
        <p:spPr>
          <a:xfrm>
            <a:off x="609480" y="152640"/>
            <a:ext cx="8012160" cy="337896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8"/>
          </p:nvPr>
        </p:nvSpPr>
        <p:spPr/>
        <p:txBody>
          <a:bodyPr/>
          <a:p>
            <a:r>
              <a:t>Footer</a:t>
            </a:r>
          </a:p>
        </p:txBody>
      </p:sp>
      <p:sp>
        <p:nvSpPr>
          <p:cNvPr id="4" name="PlaceHolder 3"/>
          <p:cNvSpPr>
            <a:spLocks noGrp="1"/>
          </p:cNvSpPr>
          <p:nvPr>
            <p:ph type="sldNum" idx="19"/>
          </p:nvPr>
        </p:nvSpPr>
        <p:spPr/>
        <p:txBody>
          <a:bodyPr/>
          <a:p>
            <a:fld id="{84A5A43B-E3EB-460E-A1E2-F7D792A72DB1}" type="slidenum">
              <a:t>&lt;#&gt;</a:t>
            </a:fld>
          </a:p>
        </p:txBody>
      </p:sp>
      <p:sp>
        <p:nvSpPr>
          <p:cNvPr id="5" name="PlaceHolder 4"/>
          <p:cNvSpPr>
            <a:spLocks noGrp="1"/>
          </p:cNvSpPr>
          <p:nvPr>
            <p:ph type="dt" idx="17"/>
          </p:nvPr>
        </p:nvSpPr>
        <p:spPr/>
        <p:txBody>
          <a:bodyPr/>
          <a:p>
            <a:r>
              <a:rPr lang="en-CA"/>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84"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85" name="PlaceHolder 3"/>
          <p:cNvSpPr>
            <a:spLocks noGrp="1"/>
          </p:cNvSpPr>
          <p:nvPr>
            <p:ph/>
          </p:nvPr>
        </p:nvSpPr>
        <p:spPr>
          <a:xfrm>
            <a:off x="58150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86"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8"/>
          </p:nvPr>
        </p:nvSpPr>
        <p:spPr/>
        <p:txBody>
          <a:bodyPr/>
          <a:p>
            <a:r>
              <a:t>Footer</a:t>
            </a:r>
          </a:p>
        </p:txBody>
      </p:sp>
      <p:sp>
        <p:nvSpPr>
          <p:cNvPr id="7" name="PlaceHolder 6"/>
          <p:cNvSpPr>
            <a:spLocks noGrp="1"/>
          </p:cNvSpPr>
          <p:nvPr>
            <p:ph type="sldNum" idx="19"/>
          </p:nvPr>
        </p:nvSpPr>
        <p:spPr/>
        <p:txBody>
          <a:bodyPr/>
          <a:p>
            <a:fld id="{92AF210D-4304-4A5B-9D22-BF6EF8D27F8A}" type="slidenum">
              <a:t>&lt;#&gt;</a:t>
            </a:fld>
          </a:p>
        </p:txBody>
      </p:sp>
      <p:sp>
        <p:nvSpPr>
          <p:cNvPr id="8" name="PlaceHolder 7"/>
          <p:cNvSpPr>
            <a:spLocks noGrp="1"/>
          </p:cNvSpPr>
          <p:nvPr>
            <p:ph type="dt" idx="17"/>
          </p:nvPr>
        </p:nvSpPr>
        <p:spPr/>
        <p:txBody>
          <a:bodyPr/>
          <a:p>
            <a:r>
              <a:rPr lang="en-CA"/>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88"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endParaRPr b="0" lang="en-CA" sz="3200" spc="-1" strike="noStrike">
              <a:latin typeface="Arial"/>
            </a:endParaRPr>
          </a:p>
        </p:txBody>
      </p:sp>
      <p:sp>
        <p:nvSpPr>
          <p:cNvPr id="289"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90" name="PlaceHolder 4"/>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8"/>
          </p:nvPr>
        </p:nvSpPr>
        <p:spPr/>
        <p:txBody>
          <a:bodyPr/>
          <a:p>
            <a:r>
              <a:t>Footer</a:t>
            </a:r>
          </a:p>
        </p:txBody>
      </p:sp>
      <p:sp>
        <p:nvSpPr>
          <p:cNvPr id="7" name="PlaceHolder 6"/>
          <p:cNvSpPr>
            <a:spLocks noGrp="1"/>
          </p:cNvSpPr>
          <p:nvPr>
            <p:ph type="sldNum" idx="19"/>
          </p:nvPr>
        </p:nvSpPr>
        <p:spPr/>
        <p:txBody>
          <a:bodyPr/>
          <a:p>
            <a:fld id="{151807B2-E0A2-446F-B0F9-47A4805A2C99}" type="slidenum">
              <a:t>&lt;#&gt;</a:t>
            </a:fld>
          </a:p>
        </p:txBody>
      </p:sp>
      <p:sp>
        <p:nvSpPr>
          <p:cNvPr id="8" name="PlaceHolder 7"/>
          <p:cNvSpPr>
            <a:spLocks noGrp="1"/>
          </p:cNvSpPr>
          <p:nvPr>
            <p:ph type="dt" idx="17"/>
          </p:nvPr>
        </p:nvSpPr>
        <p:spPr/>
        <p:txBody>
          <a:bodyPr/>
          <a:p>
            <a:r>
              <a:rPr lang="en-CA"/>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92"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93"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94" name="PlaceHolder 4"/>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8"/>
          </p:nvPr>
        </p:nvSpPr>
        <p:spPr/>
        <p:txBody>
          <a:bodyPr/>
          <a:p>
            <a:r>
              <a:t>Footer</a:t>
            </a:r>
          </a:p>
        </p:txBody>
      </p:sp>
      <p:sp>
        <p:nvSpPr>
          <p:cNvPr id="7" name="PlaceHolder 6"/>
          <p:cNvSpPr>
            <a:spLocks noGrp="1"/>
          </p:cNvSpPr>
          <p:nvPr>
            <p:ph type="sldNum" idx="19"/>
          </p:nvPr>
        </p:nvSpPr>
        <p:spPr/>
        <p:txBody>
          <a:bodyPr/>
          <a:p>
            <a:fld id="{BF7F16EE-B384-452A-A477-5BB2ED92D846}" type="slidenum">
              <a:t>&lt;#&gt;</a:t>
            </a:fld>
          </a:p>
        </p:txBody>
      </p:sp>
      <p:sp>
        <p:nvSpPr>
          <p:cNvPr id="8" name="PlaceHolder 7"/>
          <p:cNvSpPr>
            <a:spLocks noGrp="1"/>
          </p:cNvSpPr>
          <p:nvPr>
            <p:ph type="dt" idx="17"/>
          </p:nvPr>
        </p:nvSpPr>
        <p:spPr/>
        <p:txBody>
          <a:bodyPr/>
          <a:p>
            <a:r>
              <a:rPr lang="en-CA"/>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96" name="PlaceHolder 2"/>
          <p:cNvSpPr>
            <a:spLocks noGrp="1"/>
          </p:cNvSpPr>
          <p:nvPr>
            <p:ph/>
          </p:nvPr>
        </p:nvSpPr>
        <p:spPr>
          <a:xfrm>
            <a:off x="609480" y="107388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297" name="PlaceHolder 3"/>
          <p:cNvSpPr>
            <a:spLocks noGrp="1"/>
          </p:cNvSpPr>
          <p:nvPr>
            <p:ph/>
          </p:nvPr>
        </p:nvSpPr>
        <p:spPr>
          <a:xfrm>
            <a:off x="609480" y="3712320"/>
            <a:ext cx="10158840" cy="24091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8"/>
          </p:nvPr>
        </p:nvSpPr>
        <p:spPr/>
        <p:txBody>
          <a:bodyPr/>
          <a:p>
            <a:r>
              <a:t>Footer</a:t>
            </a:r>
          </a:p>
        </p:txBody>
      </p:sp>
      <p:sp>
        <p:nvSpPr>
          <p:cNvPr id="6" name="PlaceHolder 5"/>
          <p:cNvSpPr>
            <a:spLocks noGrp="1"/>
          </p:cNvSpPr>
          <p:nvPr>
            <p:ph type="sldNum" idx="19"/>
          </p:nvPr>
        </p:nvSpPr>
        <p:spPr/>
        <p:txBody>
          <a:bodyPr/>
          <a:p>
            <a:fld id="{E54F8F30-88B1-4192-8F54-667DE9F6FCCA}" type="slidenum">
              <a:t>&lt;#&gt;</a:t>
            </a:fld>
          </a:p>
        </p:txBody>
      </p:sp>
      <p:sp>
        <p:nvSpPr>
          <p:cNvPr id="7" name="PlaceHolder 6"/>
          <p:cNvSpPr>
            <a:spLocks noGrp="1"/>
          </p:cNvSpPr>
          <p:nvPr>
            <p:ph type="dt" idx="17"/>
          </p:nvPr>
        </p:nvSpPr>
        <p:spPr/>
        <p:txBody>
          <a:bodyPr/>
          <a:p>
            <a:r>
              <a:rPr lang="en-CA"/>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99" name="PlaceHolder 2"/>
          <p:cNvSpPr>
            <a:spLocks noGrp="1"/>
          </p:cNvSpPr>
          <p:nvPr>
            <p:ph/>
          </p:nvPr>
        </p:nvSpPr>
        <p:spPr>
          <a:xfrm>
            <a:off x="6094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0" name="PlaceHolder 3"/>
          <p:cNvSpPr>
            <a:spLocks noGrp="1"/>
          </p:cNvSpPr>
          <p:nvPr>
            <p:ph/>
          </p:nvPr>
        </p:nvSpPr>
        <p:spPr>
          <a:xfrm>
            <a:off x="5815080" y="107388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1" name="PlaceHolder 4"/>
          <p:cNvSpPr>
            <a:spLocks noGrp="1"/>
          </p:cNvSpPr>
          <p:nvPr>
            <p:ph/>
          </p:nvPr>
        </p:nvSpPr>
        <p:spPr>
          <a:xfrm>
            <a:off x="6094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2" name="PlaceHolder 5"/>
          <p:cNvSpPr>
            <a:spLocks noGrp="1"/>
          </p:cNvSpPr>
          <p:nvPr>
            <p:ph/>
          </p:nvPr>
        </p:nvSpPr>
        <p:spPr>
          <a:xfrm>
            <a:off x="5815080" y="3712320"/>
            <a:ext cx="4957200" cy="240912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8"/>
          </p:nvPr>
        </p:nvSpPr>
        <p:spPr/>
        <p:txBody>
          <a:bodyPr/>
          <a:p>
            <a:r>
              <a:t>Footer</a:t>
            </a:r>
          </a:p>
        </p:txBody>
      </p:sp>
      <p:sp>
        <p:nvSpPr>
          <p:cNvPr id="8" name="PlaceHolder 7"/>
          <p:cNvSpPr>
            <a:spLocks noGrp="1"/>
          </p:cNvSpPr>
          <p:nvPr>
            <p:ph type="sldNum" idx="19"/>
          </p:nvPr>
        </p:nvSpPr>
        <p:spPr/>
        <p:txBody>
          <a:bodyPr/>
          <a:p>
            <a:fld id="{A8CF44B9-D384-40E1-AC58-F68BFBA4886C}" type="slidenum">
              <a:t>&lt;#&gt;</a:t>
            </a:fld>
          </a:p>
        </p:txBody>
      </p:sp>
      <p:sp>
        <p:nvSpPr>
          <p:cNvPr id="9" name="PlaceHolder 8"/>
          <p:cNvSpPr>
            <a:spLocks noGrp="1"/>
          </p:cNvSpPr>
          <p:nvPr>
            <p:ph type="dt" idx="17"/>
          </p:nvPr>
        </p:nvSpPr>
        <p:spPr/>
        <p:txBody>
          <a:bodyPr/>
          <a:p>
            <a:r>
              <a:rPr lang="en-CA"/>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04" name="PlaceHolder 2"/>
          <p:cNvSpPr>
            <a:spLocks noGrp="1"/>
          </p:cNvSpPr>
          <p:nvPr>
            <p:ph/>
          </p:nvPr>
        </p:nvSpPr>
        <p:spPr>
          <a:xfrm>
            <a:off x="60948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5" name="PlaceHolder 3"/>
          <p:cNvSpPr>
            <a:spLocks noGrp="1"/>
          </p:cNvSpPr>
          <p:nvPr>
            <p:ph/>
          </p:nvPr>
        </p:nvSpPr>
        <p:spPr>
          <a:xfrm>
            <a:off x="404424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6" name="PlaceHolder 4"/>
          <p:cNvSpPr>
            <a:spLocks noGrp="1"/>
          </p:cNvSpPr>
          <p:nvPr>
            <p:ph/>
          </p:nvPr>
        </p:nvSpPr>
        <p:spPr>
          <a:xfrm>
            <a:off x="7479360" y="107388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7" name="PlaceHolder 5"/>
          <p:cNvSpPr>
            <a:spLocks noGrp="1"/>
          </p:cNvSpPr>
          <p:nvPr>
            <p:ph/>
          </p:nvPr>
        </p:nvSpPr>
        <p:spPr>
          <a:xfrm>
            <a:off x="60948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8" name="PlaceHolder 6"/>
          <p:cNvSpPr>
            <a:spLocks noGrp="1"/>
          </p:cNvSpPr>
          <p:nvPr>
            <p:ph/>
          </p:nvPr>
        </p:nvSpPr>
        <p:spPr>
          <a:xfrm>
            <a:off x="404424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309" name="PlaceHolder 7"/>
          <p:cNvSpPr>
            <a:spLocks noGrp="1"/>
          </p:cNvSpPr>
          <p:nvPr>
            <p:ph/>
          </p:nvPr>
        </p:nvSpPr>
        <p:spPr>
          <a:xfrm>
            <a:off x="7479360" y="3712320"/>
            <a:ext cx="3270960" cy="240912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8"/>
          </p:nvPr>
        </p:nvSpPr>
        <p:spPr/>
        <p:txBody>
          <a:bodyPr/>
          <a:p>
            <a:r>
              <a:t>Footer</a:t>
            </a:r>
          </a:p>
        </p:txBody>
      </p:sp>
      <p:sp>
        <p:nvSpPr>
          <p:cNvPr id="10" name="PlaceHolder 9"/>
          <p:cNvSpPr>
            <a:spLocks noGrp="1"/>
          </p:cNvSpPr>
          <p:nvPr>
            <p:ph type="sldNum" idx="19"/>
          </p:nvPr>
        </p:nvSpPr>
        <p:spPr/>
        <p:txBody>
          <a:bodyPr/>
          <a:p>
            <a:fld id="{521294A6-E29E-452C-9D37-76D074FF27B5}" type="slidenum">
              <a:t>&lt;#&gt;</a:t>
            </a:fld>
          </a:p>
        </p:txBody>
      </p:sp>
      <p:sp>
        <p:nvSpPr>
          <p:cNvPr id="11" name="PlaceHolder 10"/>
          <p:cNvSpPr>
            <a:spLocks noGrp="1"/>
          </p:cNvSpPr>
          <p:nvPr>
            <p:ph type="dt" idx="17"/>
          </p:nvPr>
        </p:nvSpPr>
        <p:spPr/>
        <p:txBody>
          <a:bodyPr/>
          <a:p>
            <a:r>
              <a:rPr lang="en-CA"/>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hidden="1"/>
          <p:cNvSpPr/>
          <p:nvPr/>
        </p:nvSpPr>
        <p:spPr>
          <a:xfrm>
            <a:off x="12001320" y="0"/>
            <a:ext cx="189360" cy="1370520"/>
          </a:xfrm>
          <a:prstGeom prst="rect">
            <a:avLst/>
          </a:prstGeom>
          <a:solidFill>
            <a:srgbClr val="d1282e"/>
          </a:solidFill>
          <a:ln w="28440">
            <a:noFill/>
          </a:ln>
        </p:spPr>
        <p:style>
          <a:lnRef idx="0"/>
          <a:fillRef idx="0"/>
          <a:effectRef idx="0"/>
          <a:fontRef idx="minor"/>
        </p:style>
      </p:sp>
      <p:sp>
        <p:nvSpPr>
          <p:cNvPr id="1" name="Rectangle 7" hidden="1"/>
          <p:cNvSpPr/>
          <p:nvPr/>
        </p:nvSpPr>
        <p:spPr>
          <a:xfrm>
            <a:off x="12001320" y="1371600"/>
            <a:ext cx="189360" cy="5485320"/>
          </a:xfrm>
          <a:prstGeom prst="rect">
            <a:avLst/>
          </a:prstGeom>
          <a:solidFill>
            <a:srgbClr val="000000"/>
          </a:solidFill>
          <a:ln w="28440">
            <a:noFill/>
          </a:ln>
        </p:spPr>
        <p:style>
          <a:lnRef idx="0"/>
          <a:fillRef idx="0"/>
          <a:effectRef idx="0"/>
          <a:fontRef idx="minor"/>
        </p:style>
      </p:sp>
      <p:sp>
        <p:nvSpPr>
          <p:cNvPr id="2" name="Rectangle 8"/>
          <p:cNvSpPr/>
          <p:nvPr/>
        </p:nvSpPr>
        <p:spPr>
          <a:xfrm>
            <a:off x="12001320" y="4846320"/>
            <a:ext cx="189360" cy="2010600"/>
          </a:xfrm>
          <a:prstGeom prst="rect">
            <a:avLst/>
          </a:prstGeom>
          <a:solidFill>
            <a:srgbClr val="d1282e"/>
          </a:solidFill>
          <a:ln w="28440">
            <a:noFill/>
          </a:ln>
        </p:spPr>
        <p:style>
          <a:lnRef idx="0"/>
          <a:fillRef idx="0"/>
          <a:effectRef idx="0"/>
          <a:fontRef idx="minor"/>
        </p:style>
      </p:sp>
      <p:sp>
        <p:nvSpPr>
          <p:cNvPr id="3" name="Rectangle 9"/>
          <p:cNvSpPr/>
          <p:nvPr/>
        </p:nvSpPr>
        <p:spPr>
          <a:xfrm>
            <a:off x="12001320" y="0"/>
            <a:ext cx="189360" cy="4845240"/>
          </a:xfrm>
          <a:prstGeom prst="rect">
            <a:avLst/>
          </a:prstGeom>
          <a:solidFill>
            <a:srgbClr val="000000"/>
          </a:solidFill>
          <a:ln w="28440">
            <a:noFill/>
          </a:ln>
        </p:spPr>
        <p:style>
          <a:lnRef idx="0"/>
          <a:fillRef idx="0"/>
          <a:effectRef idx="0"/>
          <a:fontRef idx="minor"/>
        </p:style>
      </p:sp>
      <p:sp>
        <p:nvSpPr>
          <p:cNvPr id="4"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Click to edit the title text format</a:t>
            </a:r>
            <a:endParaRPr b="0" lang="en-CA" sz="3600" spc="-1" strike="noStrike" cap="all">
              <a:solidFill>
                <a:srgbClr val="bf0041"/>
              </a:solidFill>
              <a:latin typeface="Leelawadee UI Semilight"/>
            </a:endParaRPr>
          </a:p>
        </p:txBody>
      </p:sp>
      <p:sp>
        <p:nvSpPr>
          <p:cNvPr id="5" name="PlaceHolder 2"/>
          <p:cNvSpPr>
            <a:spLocks noGrp="1"/>
          </p:cNvSpPr>
          <p:nvPr>
            <p:ph type="ftr" idx="1"/>
          </p:nvPr>
        </p:nvSpPr>
        <p:spPr>
          <a:xfrm>
            <a:off x="609480" y="6492960"/>
            <a:ext cx="4570920" cy="282600"/>
          </a:xfrm>
          <a:prstGeom prst="rect">
            <a:avLst/>
          </a:prstGeom>
          <a:noFill/>
          <a:ln w="0">
            <a:noFill/>
          </a:ln>
        </p:spPr>
        <p:txBody>
          <a:bodyPr anchor="t">
            <a:noAutofit/>
          </a:bodyPr>
          <a:lstStyle>
            <a:lvl1pPr>
              <a:lnSpc>
                <a:spcPct val="100000"/>
              </a:lnSpc>
              <a:buNone/>
              <a:tabLst>
                <a:tab algn="l" pos="0"/>
              </a:tabLst>
              <a:defRPr b="0" lang="en-CA" sz="1000" spc="-1" strike="noStrike">
                <a:solidFill>
                  <a:srgbClr val="000000"/>
                </a:solidFill>
                <a:latin typeface="Arial"/>
              </a:defRPr>
            </a:lvl1pPr>
          </a:lstStyle>
          <a:p>
            <a:pPr>
              <a:lnSpc>
                <a:spcPct val="100000"/>
              </a:lnSpc>
              <a:buNone/>
              <a:tabLst>
                <a:tab algn="l" pos="0"/>
              </a:tabLst>
            </a:pPr>
            <a:r>
              <a:rPr b="0" lang="en-CA" sz="1000" spc="-1" strike="noStrike">
                <a:solidFill>
                  <a:srgbClr val="000000"/>
                </a:solidFill>
                <a:latin typeface="Arial"/>
              </a:rPr>
              <a:t>&lt;footer&gt;</a:t>
            </a:r>
            <a:endParaRPr b="0" lang="en-CA" sz="1000" spc="-1" strike="noStrike">
              <a:latin typeface="Times New Roman"/>
            </a:endParaRPr>
          </a:p>
        </p:txBody>
      </p:sp>
      <p:sp>
        <p:nvSpPr>
          <p:cNvPr id="6" name="PlaceHolder 3"/>
          <p:cNvSpPr>
            <a:spLocks noGrp="1"/>
          </p:cNvSpPr>
          <p:nvPr>
            <p:ph type="sldNum" idx="2"/>
          </p:nvPr>
        </p:nvSpPr>
        <p:spPr>
          <a:xfrm rot="16200000">
            <a:off x="11188800" y="5825520"/>
            <a:ext cx="1314720" cy="485640"/>
          </a:xfrm>
          <a:prstGeom prst="rect">
            <a:avLst/>
          </a:prstGeom>
          <a:noFill/>
          <a:ln w="0">
            <a:noFill/>
          </a:ln>
        </p:spPr>
        <p:txBody>
          <a:bodyPr anchor="ctr">
            <a:noAutofit/>
          </a:bodyPr>
          <a:lstStyle>
            <a:lvl1pPr>
              <a:lnSpc>
                <a:spcPct val="100000"/>
              </a:lnSpc>
              <a:buNone/>
              <a:tabLst>
                <a:tab algn="l" pos="0"/>
              </a:tabLst>
              <a:defRPr b="1" lang="en-US" sz="2400" spc="-1" strike="noStrike">
                <a:solidFill>
                  <a:srgbClr val="000000"/>
                </a:solidFill>
                <a:latin typeface="Arial"/>
              </a:defRPr>
            </a:lvl1pPr>
          </a:lstStyle>
          <a:p>
            <a:pPr>
              <a:lnSpc>
                <a:spcPct val="100000"/>
              </a:lnSpc>
              <a:buNone/>
              <a:tabLst>
                <a:tab algn="l" pos="0"/>
              </a:tabLst>
            </a:pPr>
            <a:fld id="{9EFA3811-59BC-4681-B4F5-347AE79D9CFC}" type="slidenum">
              <a:rPr b="1" lang="en-US" sz="2400" spc="-1" strike="noStrike">
                <a:solidFill>
                  <a:srgbClr val="000000"/>
                </a:solidFill>
                <a:latin typeface="Arial"/>
              </a:rPr>
              <a:t>&lt;number&gt;</a:t>
            </a:fld>
            <a:endParaRPr b="0" lang="en-CA" sz="2400" spc="-1" strike="noStrike">
              <a:latin typeface="Times New Roman"/>
            </a:endParaRPr>
          </a:p>
        </p:txBody>
      </p:sp>
      <p:sp>
        <p:nvSpPr>
          <p:cNvPr id="7" name="PlaceHolder 4"/>
          <p:cNvSpPr>
            <a:spLocks noGrp="1"/>
          </p:cNvSpPr>
          <p:nvPr>
            <p:ph type="dt" idx="3"/>
          </p:nvPr>
        </p:nvSpPr>
        <p:spPr>
          <a:xfrm>
            <a:off x="609480" y="6172200"/>
            <a:ext cx="4570920" cy="303840"/>
          </a:xfrm>
          <a:prstGeom prst="rect">
            <a:avLst/>
          </a:prstGeom>
          <a:noFill/>
          <a:ln w="0">
            <a:noFill/>
          </a:ln>
        </p:spPr>
        <p:txBody>
          <a:bodyPr bIns="0" anchor="b">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
        <p:nvSpPr>
          <p:cNvPr id="8" name="PlaceHolder 5"/>
          <p:cNvSpPr>
            <a:spLocks noGrp="1"/>
          </p:cNvSpPr>
          <p:nvPr>
            <p:ph type="body"/>
          </p:nvPr>
        </p:nvSpPr>
        <p:spPr>
          <a:xfrm>
            <a:off x="424800" y="1015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Click to edit the outline text format</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Second Outline Level</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Third Outline Level</a:t>
            </a:r>
            <a:endParaRPr b="0" lang="en-CA" sz="1400" spc="-1" strike="noStrike">
              <a:latin typeface="Nirmala UI Semilight"/>
            </a:endParaRPr>
          </a:p>
          <a:p>
            <a:pPr lvl="3" marL="1728000" indent="-216000">
              <a:spcBef>
                <a:spcPts val="567"/>
              </a:spcBef>
              <a:buClr>
                <a:srgbClr val="000000"/>
              </a:buClr>
              <a:buSzPct val="75000"/>
              <a:buFont typeface="Symbol" charset="2"/>
              <a:buChar char=""/>
            </a:pPr>
            <a:r>
              <a:rPr b="0" lang="en-CA" sz="2000" spc="-1" strike="noStrike">
                <a:latin typeface="Nirmala UI Semilight"/>
              </a:rPr>
              <a:t>Fourth Outline Level</a:t>
            </a:r>
            <a:endParaRPr b="0" lang="en-CA" sz="2000" spc="-1" strike="noStrike">
              <a:latin typeface="Nirmala UI Semilight"/>
            </a:endParaRPr>
          </a:p>
          <a:p>
            <a:pPr lvl="4" marL="2160000" indent="-216000">
              <a:spcBef>
                <a:spcPts val="283"/>
              </a:spcBef>
              <a:buClr>
                <a:srgbClr val="000000"/>
              </a:buClr>
              <a:buSzPct val="45000"/>
              <a:buFont typeface="Wingdings" charset="2"/>
              <a:buChar char=""/>
            </a:pPr>
            <a:r>
              <a:rPr b="0" lang="en-CA" sz="2000" spc="-1" strike="noStrike">
                <a:latin typeface="Nirmala UI Semilight"/>
              </a:rPr>
              <a:t>Fifth Outline Level</a:t>
            </a:r>
            <a:endParaRPr b="0" lang="en-CA" sz="2000" spc="-1" strike="noStrike">
              <a:latin typeface="Nirmala UI Semilight"/>
            </a:endParaRPr>
          </a:p>
          <a:p>
            <a:pPr lvl="5" marL="2592000" indent="-216000">
              <a:spcBef>
                <a:spcPts val="283"/>
              </a:spcBef>
              <a:buClr>
                <a:srgbClr val="000000"/>
              </a:buClr>
              <a:buSzPct val="45000"/>
              <a:buFont typeface="Wingdings" charset="2"/>
              <a:buChar char=""/>
            </a:pPr>
            <a:r>
              <a:rPr b="0" lang="en-CA" sz="2000" spc="-1" strike="noStrike">
                <a:latin typeface="Nirmala UI Semilight"/>
              </a:rPr>
              <a:t>Sixth Outline Level</a:t>
            </a:r>
            <a:endParaRPr b="0" lang="en-CA" sz="2000" spc="-1" strike="noStrike">
              <a:latin typeface="Nirmala UI Semilight"/>
            </a:endParaRPr>
          </a:p>
          <a:p>
            <a:pPr lvl="6" marL="3024000" indent="-216000">
              <a:spcBef>
                <a:spcPts val="283"/>
              </a:spcBef>
              <a:buClr>
                <a:srgbClr val="000000"/>
              </a:buClr>
              <a:buSzPct val="45000"/>
              <a:buFont typeface="Wingdings" charset="2"/>
              <a:buChar char=""/>
            </a:pPr>
            <a:r>
              <a:rPr b="0" lang="en-CA" sz="2000" spc="-1" strike="noStrike">
                <a:latin typeface="Nirmala UI Semilight"/>
              </a:rPr>
              <a:t>Seventh Outline Level</a:t>
            </a:r>
            <a:endParaRPr b="0" lang="en-CA" sz="2000" spc="-1" strike="noStrike">
              <a:latin typeface="Nirmala UI Semilight"/>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Rectangle 6"/>
          <p:cNvSpPr/>
          <p:nvPr/>
        </p:nvSpPr>
        <p:spPr>
          <a:xfrm>
            <a:off x="12001320" y="0"/>
            <a:ext cx="189360" cy="1370520"/>
          </a:xfrm>
          <a:prstGeom prst="rect">
            <a:avLst/>
          </a:prstGeom>
          <a:solidFill>
            <a:srgbClr val="d1282e"/>
          </a:solidFill>
          <a:ln w="28440">
            <a:noFill/>
          </a:ln>
        </p:spPr>
        <p:style>
          <a:lnRef idx="0"/>
          <a:fillRef idx="0"/>
          <a:effectRef idx="0"/>
          <a:fontRef idx="minor"/>
        </p:style>
      </p:sp>
      <p:sp>
        <p:nvSpPr>
          <p:cNvPr id="46" name="Rectangle 7"/>
          <p:cNvSpPr/>
          <p:nvPr/>
        </p:nvSpPr>
        <p:spPr>
          <a:xfrm>
            <a:off x="12001320" y="1371600"/>
            <a:ext cx="189360" cy="5485320"/>
          </a:xfrm>
          <a:prstGeom prst="rect">
            <a:avLst/>
          </a:prstGeom>
          <a:solidFill>
            <a:srgbClr val="000000"/>
          </a:solidFill>
          <a:ln w="28440">
            <a:noFill/>
          </a:ln>
        </p:spPr>
        <p:style>
          <a:lnRef idx="0"/>
          <a:fillRef idx="0"/>
          <a:effectRef idx="0"/>
          <a:fontRef idx="minor"/>
        </p:style>
      </p:sp>
      <p:cxnSp>
        <p:nvCxnSpPr>
          <p:cNvPr id="47" name="Straight Connector 8"/>
          <p:cNvCxnSpPr/>
          <p:nvPr/>
        </p:nvCxnSpPr>
        <p:spPr>
          <a:xfrm>
            <a:off x="6663240" y="1656720"/>
            <a:ext cx="1080" cy="4444920"/>
          </a:xfrm>
          <a:prstGeom prst="straightConnector1">
            <a:avLst/>
          </a:prstGeom>
          <a:ln w="9360">
            <a:solidFill>
              <a:srgbClr val="9d1e23"/>
            </a:solidFill>
            <a:round/>
          </a:ln>
        </p:spPr>
      </p:cxnSp>
      <p:sp>
        <p:nvSpPr>
          <p:cNvPr id="48"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Click to edit the title text format</a:t>
            </a:r>
            <a:endParaRPr b="0" lang="en-CA" sz="3600" spc="-1" strike="noStrike" cap="all">
              <a:solidFill>
                <a:srgbClr val="bf0041"/>
              </a:solidFill>
              <a:latin typeface="Leelawadee UI Semilight"/>
            </a:endParaRPr>
          </a:p>
        </p:txBody>
      </p:sp>
      <p:sp>
        <p:nvSpPr>
          <p:cNvPr id="49" name="PlaceHolder 2"/>
          <p:cNvSpPr>
            <a:spLocks noGrp="1"/>
          </p:cNvSpPr>
          <p:nvPr>
            <p:ph type="body"/>
          </p:nvPr>
        </p:nvSpPr>
        <p:spPr>
          <a:xfrm>
            <a:off x="609480" y="1073880"/>
            <a:ext cx="4957200" cy="505116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000" spc="-1" strike="noStrike">
                <a:latin typeface="Nirmala UI Semilight"/>
              </a:rPr>
              <a:t>Click to edit the outline text format</a:t>
            </a:r>
            <a:endParaRPr b="0" lang="en-CA" sz="2000" spc="-1" strike="noStrike">
              <a:latin typeface="Nirmala UI Semilight"/>
            </a:endParaRPr>
          </a:p>
          <a:p>
            <a:pPr lvl="1" marL="864000" indent="-324000">
              <a:spcBef>
                <a:spcPts val="567"/>
              </a:spcBef>
              <a:spcAft>
                <a:spcPts val="567"/>
              </a:spcAft>
              <a:buClr>
                <a:srgbClr val="000000"/>
              </a:buClr>
              <a:buSzPct val="75000"/>
              <a:buFont typeface="Symbol" charset="2"/>
              <a:buChar char=""/>
            </a:pPr>
            <a:r>
              <a:rPr b="0" lang="en-CA" sz="1600" spc="-1" strike="noStrike">
                <a:latin typeface="Nirmala UI Semilight"/>
              </a:rPr>
              <a:t>Second Outline Level</a:t>
            </a:r>
            <a:endParaRPr b="0" lang="en-CA" sz="1600" spc="-1" strike="noStrike">
              <a:latin typeface="Nirmala UI Semilight"/>
            </a:endParaRPr>
          </a:p>
          <a:p>
            <a:pPr lvl="2" marL="1296000" indent="-288000">
              <a:spcBef>
                <a:spcPts val="283"/>
              </a:spcBef>
              <a:spcAft>
                <a:spcPts val="283"/>
              </a:spcAft>
              <a:buClr>
                <a:srgbClr val="000000"/>
              </a:buClr>
              <a:buSzPct val="45000"/>
              <a:buFont typeface="Wingdings" charset="2"/>
              <a:buChar char=""/>
            </a:pPr>
            <a:r>
              <a:rPr b="0" lang="en-CA" sz="1400" spc="-1" strike="noStrike">
                <a:latin typeface="Nirmala UI Semilight"/>
              </a:rPr>
              <a:t>Third Outline Level</a:t>
            </a:r>
            <a:endParaRPr b="0" lang="en-CA" sz="1400" spc="-1" strike="noStrike">
              <a:latin typeface="Nirmala UI Semilight"/>
            </a:endParaRPr>
          </a:p>
          <a:p>
            <a:pPr lvl="3" marL="1728000" indent="-216000">
              <a:spcBef>
                <a:spcPts val="567"/>
              </a:spcBef>
              <a:buClr>
                <a:srgbClr val="000000"/>
              </a:buClr>
              <a:buSzPct val="75000"/>
              <a:buFont typeface="Symbol" charset="2"/>
              <a:buChar char=""/>
            </a:pPr>
            <a:r>
              <a:rPr b="0" lang="en-CA" sz="2000" spc="-1" strike="noStrike">
                <a:latin typeface="Nirmala UI Semilight"/>
              </a:rPr>
              <a:t>Fourth Outline Level</a:t>
            </a:r>
            <a:endParaRPr b="0" lang="en-CA" sz="2000" spc="-1" strike="noStrike">
              <a:latin typeface="Nirmala UI Semilight"/>
            </a:endParaRPr>
          </a:p>
          <a:p>
            <a:pPr lvl="4" marL="2160000" indent="-216000">
              <a:spcBef>
                <a:spcPts val="283"/>
              </a:spcBef>
              <a:buClr>
                <a:srgbClr val="000000"/>
              </a:buClr>
              <a:buSzPct val="45000"/>
              <a:buFont typeface="Wingdings" charset="2"/>
              <a:buChar char=""/>
            </a:pPr>
            <a:r>
              <a:rPr b="0" lang="en-CA" sz="2000" spc="-1" strike="noStrike">
                <a:latin typeface="Nirmala UI Semilight"/>
              </a:rPr>
              <a:t>Fifth Outline Level</a:t>
            </a:r>
            <a:endParaRPr b="0" lang="en-CA" sz="2000" spc="-1" strike="noStrike">
              <a:latin typeface="Nirmala UI Semilight"/>
            </a:endParaRPr>
          </a:p>
          <a:p>
            <a:pPr lvl="5" marL="2592000" indent="-216000">
              <a:spcBef>
                <a:spcPts val="283"/>
              </a:spcBef>
              <a:buClr>
                <a:srgbClr val="000000"/>
              </a:buClr>
              <a:buSzPct val="45000"/>
              <a:buFont typeface="Wingdings" charset="2"/>
              <a:buChar char=""/>
            </a:pPr>
            <a:r>
              <a:rPr b="0" lang="en-CA" sz="2000" spc="-1" strike="noStrike">
                <a:latin typeface="Nirmala UI Semilight"/>
              </a:rPr>
              <a:t>Sixth Outline Level</a:t>
            </a:r>
            <a:endParaRPr b="0" lang="en-CA" sz="2000" spc="-1" strike="noStrike">
              <a:latin typeface="Nirmala UI Semilight"/>
            </a:endParaRPr>
          </a:p>
          <a:p>
            <a:pPr lvl="6" marL="3024000" indent="-216000">
              <a:spcBef>
                <a:spcPts val="283"/>
              </a:spcBef>
              <a:buClr>
                <a:srgbClr val="000000"/>
              </a:buClr>
              <a:buSzPct val="45000"/>
              <a:buFont typeface="Wingdings" charset="2"/>
              <a:buChar char=""/>
            </a:pPr>
            <a:r>
              <a:rPr b="0" lang="en-CA" sz="2000" spc="-1" strike="noStrike">
                <a:latin typeface="Nirmala UI Semilight"/>
              </a:rPr>
              <a:t>Seventh Outline Level</a:t>
            </a:r>
            <a:endParaRPr b="0" lang="en-CA" sz="2000" spc="-1" strike="noStrike">
              <a:latin typeface="Nirmala UI Semilight"/>
            </a:endParaRPr>
          </a:p>
        </p:txBody>
      </p:sp>
      <p:sp>
        <p:nvSpPr>
          <p:cNvPr id="50" name="PlaceHolder 3"/>
          <p:cNvSpPr>
            <a:spLocks noGrp="1"/>
          </p:cNvSpPr>
          <p:nvPr>
            <p:ph type="body"/>
          </p:nvPr>
        </p:nvSpPr>
        <p:spPr>
          <a:xfrm>
            <a:off x="5815440" y="1073880"/>
            <a:ext cx="4957200" cy="505116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000" spc="-1" strike="noStrike">
                <a:latin typeface="Nirmala UI Semilight"/>
              </a:rPr>
              <a:t>Click to edit the outline text format</a:t>
            </a:r>
            <a:endParaRPr b="0" lang="en-CA" sz="2000" spc="-1" strike="noStrike">
              <a:latin typeface="Nirmala UI Semilight"/>
            </a:endParaRPr>
          </a:p>
          <a:p>
            <a:pPr lvl="1" marL="864000" indent="-324000">
              <a:spcBef>
                <a:spcPts val="567"/>
              </a:spcBef>
              <a:spcAft>
                <a:spcPts val="567"/>
              </a:spcAft>
              <a:buClr>
                <a:srgbClr val="000000"/>
              </a:buClr>
              <a:buSzPct val="75000"/>
              <a:buFont typeface="Symbol" charset="2"/>
              <a:buChar char=""/>
            </a:pPr>
            <a:r>
              <a:rPr b="0" lang="en-CA" sz="1600" spc="-1" strike="noStrike">
                <a:latin typeface="Nirmala UI Semilight"/>
              </a:rPr>
              <a:t>Second Outline Level</a:t>
            </a:r>
            <a:endParaRPr b="0" lang="en-CA" sz="1600" spc="-1" strike="noStrike">
              <a:latin typeface="Nirmala UI Semilight"/>
            </a:endParaRPr>
          </a:p>
          <a:p>
            <a:pPr lvl="2" marL="1296000" indent="-288000">
              <a:spcBef>
                <a:spcPts val="283"/>
              </a:spcBef>
              <a:spcAft>
                <a:spcPts val="283"/>
              </a:spcAft>
              <a:buClr>
                <a:srgbClr val="000000"/>
              </a:buClr>
              <a:buSzPct val="45000"/>
              <a:buFont typeface="Wingdings" charset="2"/>
              <a:buChar char=""/>
            </a:pPr>
            <a:r>
              <a:rPr b="0" lang="en-CA" sz="1400" spc="-1" strike="noStrike">
                <a:latin typeface="Nirmala UI Semilight"/>
              </a:rPr>
              <a:t>Third Outline Level</a:t>
            </a:r>
            <a:endParaRPr b="0" lang="en-CA" sz="1400" spc="-1" strike="noStrike">
              <a:latin typeface="Nirmala UI Semilight"/>
            </a:endParaRPr>
          </a:p>
          <a:p>
            <a:pPr lvl="3" marL="1728000" indent="-216000">
              <a:spcBef>
                <a:spcPts val="567"/>
              </a:spcBef>
              <a:buClr>
                <a:srgbClr val="000000"/>
              </a:buClr>
              <a:buSzPct val="75000"/>
              <a:buFont typeface="Symbol" charset="2"/>
              <a:buChar char=""/>
            </a:pPr>
            <a:r>
              <a:rPr b="0" lang="en-CA" sz="2000" spc="-1" strike="noStrike">
                <a:latin typeface="Nirmala UI Semilight"/>
              </a:rPr>
              <a:t>Fourth Outline Level</a:t>
            </a:r>
            <a:endParaRPr b="0" lang="en-CA" sz="2000" spc="-1" strike="noStrike">
              <a:latin typeface="Nirmala UI Semilight"/>
            </a:endParaRPr>
          </a:p>
          <a:p>
            <a:pPr lvl="4" marL="2160000" indent="-216000">
              <a:spcBef>
                <a:spcPts val="283"/>
              </a:spcBef>
              <a:buClr>
                <a:srgbClr val="000000"/>
              </a:buClr>
              <a:buSzPct val="45000"/>
              <a:buFont typeface="Wingdings" charset="2"/>
              <a:buChar char=""/>
            </a:pPr>
            <a:r>
              <a:rPr b="0" lang="en-CA" sz="2000" spc="-1" strike="noStrike">
                <a:latin typeface="Nirmala UI Semilight"/>
              </a:rPr>
              <a:t>Fifth Outline Level</a:t>
            </a:r>
            <a:endParaRPr b="0" lang="en-CA" sz="2000" spc="-1" strike="noStrike">
              <a:latin typeface="Nirmala UI Semilight"/>
            </a:endParaRPr>
          </a:p>
          <a:p>
            <a:pPr lvl="5" marL="2592000" indent="-216000">
              <a:spcBef>
                <a:spcPts val="283"/>
              </a:spcBef>
              <a:buClr>
                <a:srgbClr val="000000"/>
              </a:buClr>
              <a:buSzPct val="45000"/>
              <a:buFont typeface="Wingdings" charset="2"/>
              <a:buChar char=""/>
            </a:pPr>
            <a:r>
              <a:rPr b="0" lang="en-CA" sz="2000" spc="-1" strike="noStrike">
                <a:latin typeface="Nirmala UI Semilight"/>
              </a:rPr>
              <a:t>Sixth Outline Level</a:t>
            </a:r>
            <a:endParaRPr b="0" lang="en-CA" sz="2000" spc="-1" strike="noStrike">
              <a:latin typeface="Nirmala UI Semilight"/>
            </a:endParaRPr>
          </a:p>
          <a:p>
            <a:pPr lvl="6" marL="3024000" indent="-216000">
              <a:spcBef>
                <a:spcPts val="283"/>
              </a:spcBef>
              <a:buClr>
                <a:srgbClr val="000000"/>
              </a:buClr>
              <a:buSzPct val="45000"/>
              <a:buFont typeface="Wingdings" charset="2"/>
              <a:buChar char=""/>
            </a:pPr>
            <a:r>
              <a:rPr b="0" lang="en-CA" sz="2000" spc="-1" strike="noStrike">
                <a:latin typeface="Nirmala UI Semilight"/>
              </a:rPr>
              <a:t>Seventh Outline Level</a:t>
            </a:r>
            <a:endParaRPr b="0" lang="en-CA" sz="2000" spc="-1" strike="noStrike">
              <a:latin typeface="Nirmala UI Semilight"/>
            </a:endParaRPr>
          </a:p>
        </p:txBody>
      </p:sp>
      <p:sp>
        <p:nvSpPr>
          <p:cNvPr id="51" name="PlaceHolder 4"/>
          <p:cNvSpPr>
            <a:spLocks noGrp="1"/>
          </p:cNvSpPr>
          <p:nvPr>
            <p:ph type="ftr" idx="4"/>
          </p:nvPr>
        </p:nvSpPr>
        <p:spPr>
          <a:xfrm>
            <a:off x="609480" y="6492960"/>
            <a:ext cx="4570920" cy="282600"/>
          </a:xfrm>
          <a:prstGeom prst="rect">
            <a:avLst/>
          </a:prstGeom>
          <a:noFill/>
          <a:ln w="0">
            <a:noFill/>
          </a:ln>
        </p:spPr>
        <p:txBody>
          <a:bodyPr anchor="t">
            <a:noAutofit/>
          </a:bodyPr>
          <a:lstStyle>
            <a:lvl1pPr>
              <a:lnSpc>
                <a:spcPct val="100000"/>
              </a:lnSpc>
              <a:buNone/>
              <a:tabLst>
                <a:tab algn="l" pos="0"/>
              </a:tabLst>
              <a:defRPr b="0" lang="en-CA" sz="1000" spc="-1" strike="noStrike">
                <a:solidFill>
                  <a:srgbClr val="000000"/>
                </a:solidFill>
                <a:latin typeface="Arial"/>
              </a:defRPr>
            </a:lvl1pPr>
          </a:lstStyle>
          <a:p>
            <a:pPr>
              <a:lnSpc>
                <a:spcPct val="100000"/>
              </a:lnSpc>
              <a:buNone/>
              <a:tabLst>
                <a:tab algn="l" pos="0"/>
              </a:tabLst>
            </a:pPr>
            <a:r>
              <a:rPr b="0" lang="en-CA" sz="1000" spc="-1" strike="noStrike">
                <a:solidFill>
                  <a:srgbClr val="000000"/>
                </a:solidFill>
                <a:latin typeface="Arial"/>
              </a:rPr>
              <a:t>&lt;footer&gt;</a:t>
            </a:r>
            <a:endParaRPr b="0" lang="en-CA" sz="1000" spc="-1" strike="noStrike">
              <a:latin typeface="Times New Roman"/>
            </a:endParaRPr>
          </a:p>
        </p:txBody>
      </p:sp>
      <p:sp>
        <p:nvSpPr>
          <p:cNvPr id="52" name="PlaceHolder 5"/>
          <p:cNvSpPr>
            <a:spLocks noGrp="1"/>
          </p:cNvSpPr>
          <p:nvPr>
            <p:ph type="sldNum" idx="5"/>
          </p:nvPr>
        </p:nvSpPr>
        <p:spPr>
          <a:xfrm rot="16200000">
            <a:off x="11188800" y="5825520"/>
            <a:ext cx="1314720" cy="485640"/>
          </a:xfrm>
          <a:prstGeom prst="rect">
            <a:avLst/>
          </a:prstGeom>
          <a:noFill/>
          <a:ln w="0">
            <a:noFill/>
          </a:ln>
        </p:spPr>
        <p:txBody>
          <a:bodyPr anchor="ctr">
            <a:noAutofit/>
          </a:bodyPr>
          <a:lstStyle>
            <a:lvl1pPr>
              <a:lnSpc>
                <a:spcPct val="100000"/>
              </a:lnSpc>
              <a:buNone/>
              <a:tabLst>
                <a:tab algn="l" pos="0"/>
              </a:tabLst>
              <a:defRPr b="1" lang="en-US" sz="2400" spc="-1" strike="noStrike">
                <a:solidFill>
                  <a:srgbClr val="d1282e"/>
                </a:solidFill>
                <a:latin typeface="Arial"/>
              </a:defRPr>
            </a:lvl1pPr>
          </a:lstStyle>
          <a:p>
            <a:pPr>
              <a:lnSpc>
                <a:spcPct val="100000"/>
              </a:lnSpc>
              <a:buNone/>
              <a:tabLst>
                <a:tab algn="l" pos="0"/>
              </a:tabLst>
            </a:pPr>
            <a:fld id="{793A36F8-634A-47F5-AC7B-CC9A26F3040F}" type="slidenum">
              <a:rPr b="1" lang="en-US" sz="2400" spc="-1" strike="noStrike">
                <a:solidFill>
                  <a:srgbClr val="d1282e"/>
                </a:solidFill>
                <a:latin typeface="Arial"/>
              </a:rPr>
              <a:t>&lt;number&gt;</a:t>
            </a:fld>
            <a:endParaRPr b="0" lang="en-CA" sz="2400" spc="-1" strike="noStrike">
              <a:latin typeface="Times New Roman"/>
            </a:endParaRPr>
          </a:p>
        </p:txBody>
      </p:sp>
      <p:sp>
        <p:nvSpPr>
          <p:cNvPr id="53" name="PlaceHolder 6"/>
          <p:cNvSpPr>
            <a:spLocks noGrp="1"/>
          </p:cNvSpPr>
          <p:nvPr>
            <p:ph type="dt" idx="6"/>
          </p:nvPr>
        </p:nvSpPr>
        <p:spPr>
          <a:xfrm>
            <a:off x="609480" y="6172200"/>
            <a:ext cx="4570920" cy="303840"/>
          </a:xfrm>
          <a:prstGeom prst="rect">
            <a:avLst/>
          </a:prstGeom>
          <a:noFill/>
          <a:ln w="0">
            <a:noFill/>
          </a:ln>
        </p:spPr>
        <p:txBody>
          <a:bodyPr bIns="0" anchor="b">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Rectangle 6"/>
          <p:cNvSpPr/>
          <p:nvPr/>
        </p:nvSpPr>
        <p:spPr>
          <a:xfrm>
            <a:off x="12001320" y="0"/>
            <a:ext cx="189360" cy="1370520"/>
          </a:xfrm>
          <a:prstGeom prst="rect">
            <a:avLst/>
          </a:prstGeom>
          <a:solidFill>
            <a:srgbClr val="d1282e"/>
          </a:solidFill>
          <a:ln w="28440">
            <a:noFill/>
          </a:ln>
        </p:spPr>
        <p:style>
          <a:lnRef idx="0"/>
          <a:fillRef idx="0"/>
          <a:effectRef idx="0"/>
          <a:fontRef idx="minor"/>
        </p:style>
      </p:sp>
      <p:sp>
        <p:nvSpPr>
          <p:cNvPr id="91" name="Rectangle 7"/>
          <p:cNvSpPr/>
          <p:nvPr/>
        </p:nvSpPr>
        <p:spPr>
          <a:xfrm>
            <a:off x="12001320" y="1371600"/>
            <a:ext cx="189360" cy="5485320"/>
          </a:xfrm>
          <a:prstGeom prst="rect">
            <a:avLst/>
          </a:prstGeom>
          <a:solidFill>
            <a:srgbClr val="000000"/>
          </a:solidFill>
          <a:ln w="28440">
            <a:noFill/>
          </a:ln>
        </p:spPr>
        <p:style>
          <a:lnRef idx="0"/>
          <a:fillRef idx="0"/>
          <a:effectRef idx="0"/>
          <a:fontRef idx="minor"/>
        </p:style>
      </p:sp>
      <p:cxnSp>
        <p:nvCxnSpPr>
          <p:cNvPr id="92" name="Straight Connector 8"/>
          <p:cNvCxnSpPr/>
          <p:nvPr/>
        </p:nvCxnSpPr>
        <p:spPr>
          <a:xfrm>
            <a:off x="6663240" y="1541160"/>
            <a:ext cx="1080" cy="4444920"/>
          </a:xfrm>
          <a:prstGeom prst="straightConnector1">
            <a:avLst/>
          </a:prstGeom>
          <a:ln w="9360">
            <a:solidFill>
              <a:srgbClr val="9d1e23"/>
            </a:solidFill>
            <a:round/>
          </a:ln>
        </p:spPr>
      </p:cxnSp>
      <p:sp>
        <p:nvSpPr>
          <p:cNvPr id="93" name="PlaceHolder 1"/>
          <p:cNvSpPr>
            <a:spLocks noGrp="1"/>
          </p:cNvSpPr>
          <p:nvPr>
            <p:ph type="ftr" idx="7"/>
          </p:nvPr>
        </p:nvSpPr>
        <p:spPr>
          <a:xfrm>
            <a:off x="609480" y="6492960"/>
            <a:ext cx="4570920" cy="282600"/>
          </a:xfrm>
          <a:prstGeom prst="rect">
            <a:avLst/>
          </a:prstGeom>
          <a:noFill/>
          <a:ln w="0">
            <a:noFill/>
          </a:ln>
        </p:spPr>
        <p:txBody>
          <a:bodyPr anchor="t">
            <a:noAutofit/>
          </a:bodyPr>
          <a:lstStyle>
            <a:lvl1pPr>
              <a:lnSpc>
                <a:spcPct val="100000"/>
              </a:lnSpc>
              <a:buNone/>
              <a:tabLst>
                <a:tab algn="l" pos="0"/>
              </a:tabLst>
              <a:defRPr b="0" lang="en-CA" sz="1000" spc="-1" strike="noStrike">
                <a:solidFill>
                  <a:srgbClr val="000000"/>
                </a:solidFill>
                <a:latin typeface="Arial"/>
              </a:defRPr>
            </a:lvl1pPr>
          </a:lstStyle>
          <a:p>
            <a:pPr>
              <a:lnSpc>
                <a:spcPct val="100000"/>
              </a:lnSpc>
              <a:buNone/>
              <a:tabLst>
                <a:tab algn="l" pos="0"/>
              </a:tabLst>
            </a:pPr>
            <a:r>
              <a:rPr b="0" lang="en-CA" sz="1000" spc="-1" strike="noStrike">
                <a:solidFill>
                  <a:srgbClr val="000000"/>
                </a:solidFill>
                <a:latin typeface="Arial"/>
              </a:rPr>
              <a:t>&lt;footer&gt;</a:t>
            </a:r>
            <a:endParaRPr b="0" lang="en-CA" sz="1000" spc="-1" strike="noStrike">
              <a:latin typeface="Times New Roman"/>
            </a:endParaRPr>
          </a:p>
        </p:txBody>
      </p:sp>
      <p:sp>
        <p:nvSpPr>
          <p:cNvPr id="94" name="PlaceHolder 2"/>
          <p:cNvSpPr>
            <a:spLocks noGrp="1"/>
          </p:cNvSpPr>
          <p:nvPr>
            <p:ph type="sldNum" idx="8"/>
          </p:nvPr>
        </p:nvSpPr>
        <p:spPr>
          <a:xfrm rot="16200000">
            <a:off x="11188800" y="5825520"/>
            <a:ext cx="1314720" cy="485640"/>
          </a:xfrm>
          <a:prstGeom prst="rect">
            <a:avLst/>
          </a:prstGeom>
          <a:noFill/>
          <a:ln w="0">
            <a:noFill/>
          </a:ln>
        </p:spPr>
        <p:txBody>
          <a:bodyPr anchor="ctr">
            <a:noAutofit/>
          </a:bodyPr>
          <a:lstStyle>
            <a:lvl1pPr>
              <a:lnSpc>
                <a:spcPct val="100000"/>
              </a:lnSpc>
              <a:buNone/>
              <a:tabLst>
                <a:tab algn="l" pos="0"/>
              </a:tabLst>
              <a:defRPr b="1" lang="en-US" sz="2400" spc="-1" strike="noStrike">
                <a:solidFill>
                  <a:srgbClr val="d1282e"/>
                </a:solidFill>
                <a:latin typeface="Arial"/>
              </a:defRPr>
            </a:lvl1pPr>
          </a:lstStyle>
          <a:p>
            <a:pPr>
              <a:lnSpc>
                <a:spcPct val="100000"/>
              </a:lnSpc>
              <a:buNone/>
              <a:tabLst>
                <a:tab algn="l" pos="0"/>
              </a:tabLst>
            </a:pPr>
            <a:fld id="{D0F22D83-33CF-40A4-A5B8-0B7C2EAA98DF}" type="slidenum">
              <a:rPr b="1" lang="en-US" sz="2400" spc="-1" strike="noStrike">
                <a:solidFill>
                  <a:srgbClr val="d1282e"/>
                </a:solidFill>
                <a:latin typeface="Arial"/>
              </a:rPr>
              <a:t>&lt;number&gt;</a:t>
            </a:fld>
            <a:endParaRPr b="0" lang="en-CA" sz="2400" spc="-1" strike="noStrike">
              <a:latin typeface="Times New Roman"/>
            </a:endParaRPr>
          </a:p>
        </p:txBody>
      </p:sp>
      <p:sp>
        <p:nvSpPr>
          <p:cNvPr id="95"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96"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Rectangle 6"/>
          <p:cNvSpPr/>
          <p:nvPr/>
        </p:nvSpPr>
        <p:spPr>
          <a:xfrm>
            <a:off x="12001320" y="0"/>
            <a:ext cx="189360" cy="1370520"/>
          </a:xfrm>
          <a:prstGeom prst="rect">
            <a:avLst/>
          </a:prstGeom>
          <a:solidFill>
            <a:srgbClr val="d1282e"/>
          </a:solidFill>
          <a:ln w="28440">
            <a:noFill/>
          </a:ln>
        </p:spPr>
        <p:style>
          <a:lnRef idx="0"/>
          <a:fillRef idx="0"/>
          <a:effectRef idx="0"/>
          <a:fontRef idx="minor"/>
        </p:style>
      </p:sp>
      <p:sp>
        <p:nvSpPr>
          <p:cNvPr id="134" name="Rectangle 7"/>
          <p:cNvSpPr/>
          <p:nvPr/>
        </p:nvSpPr>
        <p:spPr>
          <a:xfrm>
            <a:off x="12001320" y="1371600"/>
            <a:ext cx="189360" cy="5485320"/>
          </a:xfrm>
          <a:prstGeom prst="rect">
            <a:avLst/>
          </a:prstGeom>
          <a:solidFill>
            <a:srgbClr val="000000"/>
          </a:solidFill>
          <a:ln w="28440">
            <a:noFill/>
          </a:ln>
        </p:spPr>
        <p:style>
          <a:lnRef idx="0"/>
          <a:fillRef idx="0"/>
          <a:effectRef idx="0"/>
          <a:fontRef idx="minor"/>
        </p:style>
      </p:sp>
      <p:sp>
        <p:nvSpPr>
          <p:cNvPr id="135"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136" name="PlaceHolder 2"/>
          <p:cNvSpPr>
            <a:spLocks noGrp="1"/>
          </p:cNvSpPr>
          <p:nvPr>
            <p:ph type="body"/>
          </p:nvPr>
        </p:nvSpPr>
        <p:spPr>
          <a:xfrm>
            <a:off x="609480" y="1073880"/>
            <a:ext cx="10158840" cy="5051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
        <p:nvSpPr>
          <p:cNvPr id="137" name="PlaceHolder 3"/>
          <p:cNvSpPr>
            <a:spLocks noGrp="1"/>
          </p:cNvSpPr>
          <p:nvPr>
            <p:ph type="ftr" idx="9"/>
          </p:nvPr>
        </p:nvSpPr>
        <p:spPr>
          <a:xfrm>
            <a:off x="44280" y="6574320"/>
            <a:ext cx="4570920" cy="282600"/>
          </a:xfrm>
          <a:prstGeom prst="rect">
            <a:avLst/>
          </a:prstGeom>
          <a:noFill/>
          <a:ln w="0">
            <a:noFill/>
          </a:ln>
        </p:spPr>
        <p:txBody>
          <a:bodyPr anchor="t">
            <a:noAutofit/>
          </a:bodyPr>
          <a:lstStyle>
            <a:lvl1pPr>
              <a:lnSpc>
                <a:spcPct val="100000"/>
              </a:lnSpc>
              <a:buNone/>
              <a:tabLst>
                <a:tab algn="l" pos="0"/>
              </a:tabLst>
              <a:defRPr b="0" lang="en-US" sz="1000" spc="-1" strike="noStrike">
                <a:solidFill>
                  <a:srgbClr val="a6a6a6"/>
                </a:solidFill>
                <a:latin typeface="Arial"/>
              </a:defRPr>
            </a:lvl1pPr>
          </a:lstStyle>
          <a:p>
            <a:pPr>
              <a:lnSpc>
                <a:spcPct val="100000"/>
              </a:lnSpc>
              <a:buNone/>
              <a:tabLst>
                <a:tab algn="l" pos="0"/>
              </a:tabLst>
            </a:pPr>
            <a:r>
              <a:rPr b="0" lang="en-US" sz="1000" spc="-1" strike="noStrike">
                <a:solidFill>
                  <a:srgbClr val="a6a6a6"/>
                </a:solidFill>
                <a:latin typeface="Arial"/>
              </a:rPr>
              <a:t>&lt;footer&gt;</a:t>
            </a:r>
            <a:endParaRPr b="0" lang="en-CA" sz="1000" spc="-1" strike="noStrike">
              <a:latin typeface="Times New Roman"/>
            </a:endParaRPr>
          </a:p>
        </p:txBody>
      </p:sp>
      <p:sp>
        <p:nvSpPr>
          <p:cNvPr id="138" name="PlaceHolder 4"/>
          <p:cNvSpPr>
            <a:spLocks noGrp="1"/>
          </p:cNvSpPr>
          <p:nvPr>
            <p:ph type="sldNum" idx="10"/>
          </p:nvPr>
        </p:nvSpPr>
        <p:spPr>
          <a:xfrm rot="16200000">
            <a:off x="11188800" y="5825520"/>
            <a:ext cx="1314720" cy="485640"/>
          </a:xfrm>
          <a:prstGeom prst="rect">
            <a:avLst/>
          </a:prstGeom>
          <a:noFill/>
          <a:ln w="0">
            <a:noFill/>
          </a:ln>
        </p:spPr>
        <p:txBody>
          <a:bodyPr anchor="ctr">
            <a:noAutofit/>
          </a:bodyPr>
          <a:lstStyle>
            <a:lvl1pPr>
              <a:lnSpc>
                <a:spcPct val="100000"/>
              </a:lnSpc>
              <a:buNone/>
              <a:tabLst>
                <a:tab algn="l" pos="0"/>
              </a:tabLst>
              <a:defRPr b="1" lang="en-US" sz="2400" spc="-1" strike="noStrike">
                <a:solidFill>
                  <a:srgbClr val="d1282e"/>
                </a:solidFill>
                <a:latin typeface="Arial"/>
              </a:defRPr>
            </a:lvl1pPr>
          </a:lstStyle>
          <a:p>
            <a:pPr>
              <a:lnSpc>
                <a:spcPct val="100000"/>
              </a:lnSpc>
              <a:buNone/>
              <a:tabLst>
                <a:tab algn="l" pos="0"/>
              </a:tabLst>
            </a:pPr>
            <a:fld id="{5BDCC0BD-DC84-4E5D-9D21-1BD561B2C3F5}" type="slidenum">
              <a:rPr b="1" lang="en-US" sz="2400" spc="-1" strike="noStrike">
                <a:solidFill>
                  <a:srgbClr val="d1282e"/>
                </a:solidFill>
                <a:latin typeface="Arial"/>
              </a:rPr>
              <a:t>&lt;number&gt;</a:t>
            </a:fld>
            <a:endParaRPr b="0" lang="en-CA"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Rectangle 6" hidden="1"/>
          <p:cNvSpPr/>
          <p:nvPr/>
        </p:nvSpPr>
        <p:spPr>
          <a:xfrm>
            <a:off x="12001320" y="0"/>
            <a:ext cx="189360" cy="1370520"/>
          </a:xfrm>
          <a:prstGeom prst="rect">
            <a:avLst/>
          </a:prstGeom>
          <a:solidFill>
            <a:srgbClr val="d1282e"/>
          </a:solidFill>
          <a:ln w="28440">
            <a:noFill/>
          </a:ln>
        </p:spPr>
        <p:style>
          <a:lnRef idx="0"/>
          <a:fillRef idx="0"/>
          <a:effectRef idx="0"/>
          <a:fontRef idx="minor"/>
        </p:style>
      </p:sp>
      <p:sp>
        <p:nvSpPr>
          <p:cNvPr id="176" name="Rectangle 7" hidden="1"/>
          <p:cNvSpPr/>
          <p:nvPr/>
        </p:nvSpPr>
        <p:spPr>
          <a:xfrm>
            <a:off x="12001320" y="1371600"/>
            <a:ext cx="189360" cy="5485320"/>
          </a:xfrm>
          <a:prstGeom prst="rect">
            <a:avLst/>
          </a:prstGeom>
          <a:solidFill>
            <a:srgbClr val="000000"/>
          </a:solidFill>
          <a:ln w="28440">
            <a:noFill/>
          </a:ln>
        </p:spPr>
        <p:style>
          <a:lnRef idx="0"/>
          <a:fillRef idx="0"/>
          <a:effectRef idx="0"/>
          <a:fontRef idx="minor"/>
        </p:style>
      </p:sp>
      <p:sp>
        <p:nvSpPr>
          <p:cNvPr id="177" name="Rectangle 8"/>
          <p:cNvSpPr/>
          <p:nvPr/>
        </p:nvSpPr>
        <p:spPr>
          <a:xfrm>
            <a:off x="12001320" y="4846320"/>
            <a:ext cx="189360" cy="2010600"/>
          </a:xfrm>
          <a:prstGeom prst="rect">
            <a:avLst/>
          </a:prstGeom>
          <a:solidFill>
            <a:srgbClr val="d1282e"/>
          </a:solidFill>
          <a:ln w="28440">
            <a:noFill/>
          </a:ln>
        </p:spPr>
        <p:style>
          <a:lnRef idx="0"/>
          <a:fillRef idx="0"/>
          <a:effectRef idx="0"/>
          <a:fontRef idx="minor"/>
        </p:style>
      </p:sp>
      <p:sp>
        <p:nvSpPr>
          <p:cNvPr id="178" name="Rectangle 9"/>
          <p:cNvSpPr/>
          <p:nvPr/>
        </p:nvSpPr>
        <p:spPr>
          <a:xfrm>
            <a:off x="12001320" y="0"/>
            <a:ext cx="189360" cy="4845240"/>
          </a:xfrm>
          <a:prstGeom prst="rect">
            <a:avLst/>
          </a:prstGeom>
          <a:solidFill>
            <a:srgbClr val="000000"/>
          </a:solidFill>
          <a:ln w="28440">
            <a:noFill/>
          </a:ln>
        </p:spPr>
        <p:style>
          <a:lnRef idx="0"/>
          <a:fillRef idx="0"/>
          <a:effectRef idx="0"/>
          <a:fontRef idx="minor"/>
        </p:style>
      </p:sp>
      <p:sp>
        <p:nvSpPr>
          <p:cNvPr id="179"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Click to edit the title text format</a:t>
            </a:r>
            <a:endParaRPr b="0" lang="en-CA" sz="3600" spc="-1" strike="noStrike" cap="all">
              <a:solidFill>
                <a:srgbClr val="bf0041"/>
              </a:solidFill>
              <a:latin typeface="Leelawadee UI Semilight"/>
            </a:endParaRPr>
          </a:p>
        </p:txBody>
      </p:sp>
      <p:sp>
        <p:nvSpPr>
          <p:cNvPr id="180" name="PlaceHolder 2"/>
          <p:cNvSpPr>
            <a:spLocks noGrp="1"/>
          </p:cNvSpPr>
          <p:nvPr>
            <p:ph type="ftr" idx="11"/>
          </p:nvPr>
        </p:nvSpPr>
        <p:spPr>
          <a:xfrm>
            <a:off x="609480" y="6492960"/>
            <a:ext cx="4570920" cy="282600"/>
          </a:xfrm>
          <a:prstGeom prst="rect">
            <a:avLst/>
          </a:prstGeom>
          <a:noFill/>
          <a:ln w="0">
            <a:noFill/>
          </a:ln>
        </p:spPr>
        <p:txBody>
          <a:bodyPr anchor="t">
            <a:noAutofit/>
          </a:bodyPr>
          <a:lstStyle>
            <a:lvl1pPr>
              <a:lnSpc>
                <a:spcPct val="100000"/>
              </a:lnSpc>
              <a:buNone/>
              <a:tabLst>
                <a:tab algn="l" pos="0"/>
              </a:tabLst>
              <a:defRPr b="0" lang="en-CA" sz="1000" spc="-1" strike="noStrike">
                <a:solidFill>
                  <a:srgbClr val="000000"/>
                </a:solidFill>
                <a:latin typeface="Arial"/>
              </a:defRPr>
            </a:lvl1pPr>
          </a:lstStyle>
          <a:p>
            <a:pPr>
              <a:lnSpc>
                <a:spcPct val="100000"/>
              </a:lnSpc>
              <a:buNone/>
              <a:tabLst>
                <a:tab algn="l" pos="0"/>
              </a:tabLst>
            </a:pPr>
            <a:r>
              <a:rPr b="0" lang="en-CA" sz="1000" spc="-1" strike="noStrike">
                <a:solidFill>
                  <a:srgbClr val="000000"/>
                </a:solidFill>
                <a:latin typeface="Arial"/>
              </a:rPr>
              <a:t>&lt;footer&gt;</a:t>
            </a:r>
            <a:endParaRPr b="0" lang="en-CA" sz="1000" spc="-1" strike="noStrike">
              <a:latin typeface="Times New Roman"/>
            </a:endParaRPr>
          </a:p>
        </p:txBody>
      </p:sp>
      <p:sp>
        <p:nvSpPr>
          <p:cNvPr id="181" name="PlaceHolder 3"/>
          <p:cNvSpPr>
            <a:spLocks noGrp="1"/>
          </p:cNvSpPr>
          <p:nvPr>
            <p:ph type="sldNum" idx="12"/>
          </p:nvPr>
        </p:nvSpPr>
        <p:spPr>
          <a:xfrm rot="16200000">
            <a:off x="11188800" y="5825520"/>
            <a:ext cx="1314720" cy="485640"/>
          </a:xfrm>
          <a:prstGeom prst="rect">
            <a:avLst/>
          </a:prstGeom>
          <a:noFill/>
          <a:ln w="0">
            <a:noFill/>
          </a:ln>
        </p:spPr>
        <p:txBody>
          <a:bodyPr anchor="ctr">
            <a:noAutofit/>
          </a:bodyPr>
          <a:lstStyle>
            <a:lvl1pPr>
              <a:lnSpc>
                <a:spcPct val="100000"/>
              </a:lnSpc>
              <a:buNone/>
              <a:tabLst>
                <a:tab algn="l" pos="0"/>
              </a:tabLst>
              <a:defRPr b="1" lang="en-US" sz="2400" spc="-1" strike="noStrike">
                <a:solidFill>
                  <a:srgbClr val="000000"/>
                </a:solidFill>
                <a:latin typeface="Arial"/>
              </a:defRPr>
            </a:lvl1pPr>
          </a:lstStyle>
          <a:p>
            <a:pPr>
              <a:lnSpc>
                <a:spcPct val="100000"/>
              </a:lnSpc>
              <a:buNone/>
              <a:tabLst>
                <a:tab algn="l" pos="0"/>
              </a:tabLst>
            </a:pPr>
            <a:fld id="{DAD46157-C4C8-4D0D-A72B-D6EC62CFBB9C}" type="slidenum">
              <a:rPr b="1" lang="en-US" sz="2400" spc="-1" strike="noStrike">
                <a:solidFill>
                  <a:srgbClr val="000000"/>
                </a:solidFill>
                <a:latin typeface="Arial"/>
              </a:rPr>
              <a:t>&lt;number&gt;</a:t>
            </a:fld>
            <a:endParaRPr b="0" lang="en-CA" sz="2400" spc="-1" strike="noStrike">
              <a:latin typeface="Times New Roman"/>
            </a:endParaRPr>
          </a:p>
        </p:txBody>
      </p:sp>
      <p:sp>
        <p:nvSpPr>
          <p:cNvPr id="182" name="PlaceHolder 4"/>
          <p:cNvSpPr>
            <a:spLocks noGrp="1"/>
          </p:cNvSpPr>
          <p:nvPr>
            <p:ph type="dt" idx="13"/>
          </p:nvPr>
        </p:nvSpPr>
        <p:spPr>
          <a:xfrm>
            <a:off x="609480" y="6172200"/>
            <a:ext cx="4570920" cy="303840"/>
          </a:xfrm>
          <a:prstGeom prst="rect">
            <a:avLst/>
          </a:prstGeom>
          <a:noFill/>
          <a:ln w="0">
            <a:noFill/>
          </a:ln>
        </p:spPr>
        <p:txBody>
          <a:bodyPr bIns="0" anchor="b">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
        <p:nvSpPr>
          <p:cNvPr id="183" name="PlaceHolder 5"/>
          <p:cNvSpPr>
            <a:spLocks noGrp="1"/>
          </p:cNvSpPr>
          <p:nvPr>
            <p:ph type="body"/>
          </p:nvPr>
        </p:nvSpPr>
        <p:spPr>
          <a:xfrm>
            <a:off x="424800" y="1015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Click to edit the outline text format</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Second Outline Level</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Third Outline Level</a:t>
            </a:r>
            <a:endParaRPr b="0" lang="en-CA" sz="1400" spc="-1" strike="noStrike">
              <a:latin typeface="Nirmala UI Semilight"/>
            </a:endParaRPr>
          </a:p>
          <a:p>
            <a:pPr lvl="3" marL="1728000" indent="-216000">
              <a:spcBef>
                <a:spcPts val="567"/>
              </a:spcBef>
              <a:buClr>
                <a:srgbClr val="000000"/>
              </a:buClr>
              <a:buSzPct val="75000"/>
              <a:buFont typeface="Symbol" charset="2"/>
              <a:buChar char=""/>
            </a:pPr>
            <a:r>
              <a:rPr b="0" lang="en-CA" sz="2000" spc="-1" strike="noStrike">
                <a:latin typeface="Nirmala UI Semilight"/>
              </a:rPr>
              <a:t>Fourth Outline Level</a:t>
            </a:r>
            <a:endParaRPr b="0" lang="en-CA" sz="2000" spc="-1" strike="noStrike">
              <a:latin typeface="Nirmala UI Semilight"/>
            </a:endParaRPr>
          </a:p>
          <a:p>
            <a:pPr lvl="4" marL="2160000" indent="-216000">
              <a:spcBef>
                <a:spcPts val="283"/>
              </a:spcBef>
              <a:buClr>
                <a:srgbClr val="000000"/>
              </a:buClr>
              <a:buSzPct val="45000"/>
              <a:buFont typeface="Wingdings" charset="2"/>
              <a:buChar char=""/>
            </a:pPr>
            <a:r>
              <a:rPr b="0" lang="en-CA" sz="2000" spc="-1" strike="noStrike">
                <a:latin typeface="Nirmala UI Semilight"/>
              </a:rPr>
              <a:t>Fifth Outline Level</a:t>
            </a:r>
            <a:endParaRPr b="0" lang="en-CA" sz="2000" spc="-1" strike="noStrike">
              <a:latin typeface="Nirmala UI Semilight"/>
            </a:endParaRPr>
          </a:p>
          <a:p>
            <a:pPr lvl="5" marL="2592000" indent="-216000">
              <a:spcBef>
                <a:spcPts val="283"/>
              </a:spcBef>
              <a:buClr>
                <a:srgbClr val="000000"/>
              </a:buClr>
              <a:buSzPct val="45000"/>
              <a:buFont typeface="Wingdings" charset="2"/>
              <a:buChar char=""/>
            </a:pPr>
            <a:r>
              <a:rPr b="0" lang="en-CA" sz="2000" spc="-1" strike="noStrike">
                <a:latin typeface="Nirmala UI Semilight"/>
              </a:rPr>
              <a:t>Sixth Outline Level</a:t>
            </a:r>
            <a:endParaRPr b="0" lang="en-CA" sz="2000" spc="-1" strike="noStrike">
              <a:latin typeface="Nirmala UI Semilight"/>
            </a:endParaRPr>
          </a:p>
          <a:p>
            <a:pPr lvl="6" marL="3024000" indent="-216000">
              <a:spcBef>
                <a:spcPts val="283"/>
              </a:spcBef>
              <a:buClr>
                <a:srgbClr val="000000"/>
              </a:buClr>
              <a:buSzPct val="45000"/>
              <a:buFont typeface="Wingdings" charset="2"/>
              <a:buChar char=""/>
            </a:pPr>
            <a:r>
              <a:rPr b="0" lang="en-CA" sz="2000" spc="-1" strike="noStrike">
                <a:latin typeface="Nirmala UI Semilight"/>
              </a:rPr>
              <a:t>Seventh Outline Level</a:t>
            </a:r>
            <a:endParaRPr b="0" lang="en-CA" sz="2000" spc="-1" strike="noStrike">
              <a:latin typeface="Nirmala UI Semilight"/>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0" name="Rectangle 6"/>
          <p:cNvSpPr/>
          <p:nvPr/>
        </p:nvSpPr>
        <p:spPr>
          <a:xfrm>
            <a:off x="12001320" y="0"/>
            <a:ext cx="189360" cy="1370520"/>
          </a:xfrm>
          <a:prstGeom prst="rect">
            <a:avLst/>
          </a:prstGeom>
          <a:solidFill>
            <a:srgbClr val="d1282e"/>
          </a:solidFill>
          <a:ln w="28440">
            <a:noFill/>
          </a:ln>
        </p:spPr>
        <p:style>
          <a:lnRef idx="0"/>
          <a:fillRef idx="0"/>
          <a:effectRef idx="0"/>
          <a:fontRef idx="minor"/>
        </p:style>
      </p:sp>
      <p:sp>
        <p:nvSpPr>
          <p:cNvPr id="221" name="Rectangle 7"/>
          <p:cNvSpPr/>
          <p:nvPr/>
        </p:nvSpPr>
        <p:spPr>
          <a:xfrm>
            <a:off x="12001320" y="1371600"/>
            <a:ext cx="189360" cy="5485320"/>
          </a:xfrm>
          <a:prstGeom prst="rect">
            <a:avLst/>
          </a:prstGeom>
          <a:solidFill>
            <a:srgbClr val="000000"/>
          </a:solidFill>
          <a:ln w="28440">
            <a:noFill/>
          </a:ln>
        </p:spPr>
        <p:style>
          <a:lnRef idx="0"/>
          <a:fillRef idx="0"/>
          <a:effectRef idx="0"/>
          <a:fontRef idx="minor"/>
        </p:style>
      </p:sp>
      <p:cxnSp>
        <p:nvCxnSpPr>
          <p:cNvPr id="222" name="Straight Connector 8"/>
          <p:cNvCxnSpPr/>
          <p:nvPr/>
        </p:nvCxnSpPr>
        <p:spPr>
          <a:xfrm>
            <a:off x="6663240" y="1656720"/>
            <a:ext cx="1080" cy="4444920"/>
          </a:xfrm>
          <a:prstGeom prst="straightConnector1">
            <a:avLst/>
          </a:prstGeom>
          <a:ln w="9360">
            <a:solidFill>
              <a:srgbClr val="9d1e23"/>
            </a:solidFill>
            <a:round/>
          </a:ln>
        </p:spPr>
      </p:cxnSp>
      <p:sp>
        <p:nvSpPr>
          <p:cNvPr id="223"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224" name="PlaceHolder 2"/>
          <p:cNvSpPr>
            <a:spLocks noGrp="1"/>
          </p:cNvSpPr>
          <p:nvPr>
            <p:ph type="body"/>
          </p:nvPr>
        </p:nvSpPr>
        <p:spPr>
          <a:xfrm>
            <a:off x="609480" y="1073880"/>
            <a:ext cx="4957200" cy="5051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
        <p:nvSpPr>
          <p:cNvPr id="225" name="PlaceHolder 3"/>
          <p:cNvSpPr>
            <a:spLocks noGrp="1"/>
          </p:cNvSpPr>
          <p:nvPr>
            <p:ph type="body"/>
          </p:nvPr>
        </p:nvSpPr>
        <p:spPr>
          <a:xfrm>
            <a:off x="5815440" y="1073880"/>
            <a:ext cx="4957200" cy="5051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
        <p:nvSpPr>
          <p:cNvPr id="226" name="PlaceHolder 4"/>
          <p:cNvSpPr>
            <a:spLocks noGrp="1"/>
          </p:cNvSpPr>
          <p:nvPr>
            <p:ph type="ftr" idx="14"/>
          </p:nvPr>
        </p:nvSpPr>
        <p:spPr>
          <a:xfrm>
            <a:off x="609480" y="6492960"/>
            <a:ext cx="4570920" cy="282600"/>
          </a:xfrm>
          <a:prstGeom prst="rect">
            <a:avLst/>
          </a:prstGeom>
          <a:noFill/>
          <a:ln w="0">
            <a:noFill/>
          </a:ln>
        </p:spPr>
        <p:txBody>
          <a:bodyPr anchor="t">
            <a:noAutofit/>
          </a:bodyPr>
          <a:lstStyle>
            <a:lvl1pPr>
              <a:lnSpc>
                <a:spcPct val="100000"/>
              </a:lnSpc>
              <a:buNone/>
              <a:tabLst>
                <a:tab algn="l" pos="0"/>
              </a:tabLst>
              <a:defRPr b="0" lang="en-CA" sz="1000" spc="-1" strike="noStrike">
                <a:solidFill>
                  <a:srgbClr val="000000"/>
                </a:solidFill>
                <a:latin typeface="Arial"/>
              </a:defRPr>
            </a:lvl1pPr>
          </a:lstStyle>
          <a:p>
            <a:pPr>
              <a:lnSpc>
                <a:spcPct val="100000"/>
              </a:lnSpc>
              <a:buNone/>
              <a:tabLst>
                <a:tab algn="l" pos="0"/>
              </a:tabLst>
            </a:pPr>
            <a:r>
              <a:rPr b="0" lang="en-CA" sz="1000" spc="-1" strike="noStrike">
                <a:solidFill>
                  <a:srgbClr val="000000"/>
                </a:solidFill>
                <a:latin typeface="Arial"/>
              </a:rPr>
              <a:t>&lt;footer&gt;</a:t>
            </a:r>
            <a:endParaRPr b="0" lang="en-CA" sz="1000" spc="-1" strike="noStrike">
              <a:latin typeface="Times New Roman"/>
            </a:endParaRPr>
          </a:p>
        </p:txBody>
      </p:sp>
      <p:sp>
        <p:nvSpPr>
          <p:cNvPr id="227" name="PlaceHolder 5"/>
          <p:cNvSpPr>
            <a:spLocks noGrp="1"/>
          </p:cNvSpPr>
          <p:nvPr>
            <p:ph type="sldNum" idx="15"/>
          </p:nvPr>
        </p:nvSpPr>
        <p:spPr>
          <a:xfrm rot="16200000">
            <a:off x="11188800" y="5825520"/>
            <a:ext cx="1314720" cy="485640"/>
          </a:xfrm>
          <a:prstGeom prst="rect">
            <a:avLst/>
          </a:prstGeom>
          <a:noFill/>
          <a:ln w="0">
            <a:noFill/>
          </a:ln>
        </p:spPr>
        <p:txBody>
          <a:bodyPr anchor="ctr">
            <a:noAutofit/>
          </a:bodyPr>
          <a:lstStyle>
            <a:lvl1pPr>
              <a:lnSpc>
                <a:spcPct val="100000"/>
              </a:lnSpc>
              <a:buNone/>
              <a:tabLst>
                <a:tab algn="l" pos="0"/>
              </a:tabLst>
              <a:defRPr b="1" lang="en-US" sz="2400" spc="-1" strike="noStrike">
                <a:solidFill>
                  <a:srgbClr val="d1282e"/>
                </a:solidFill>
                <a:latin typeface="Arial"/>
              </a:defRPr>
            </a:lvl1pPr>
          </a:lstStyle>
          <a:p>
            <a:pPr>
              <a:lnSpc>
                <a:spcPct val="100000"/>
              </a:lnSpc>
              <a:buNone/>
              <a:tabLst>
                <a:tab algn="l" pos="0"/>
              </a:tabLst>
            </a:pPr>
            <a:fld id="{54C0B542-98B5-4C4D-900C-26E31AC8A89E}" type="slidenum">
              <a:rPr b="1" lang="en-US" sz="2400" spc="-1" strike="noStrike">
                <a:solidFill>
                  <a:srgbClr val="d1282e"/>
                </a:solidFill>
                <a:latin typeface="Arial"/>
              </a:rPr>
              <a:t>&lt;number&gt;</a:t>
            </a:fld>
            <a:endParaRPr b="0" lang="en-CA" sz="2400" spc="-1" strike="noStrike">
              <a:latin typeface="Times New Roman"/>
            </a:endParaRPr>
          </a:p>
        </p:txBody>
      </p:sp>
      <p:sp>
        <p:nvSpPr>
          <p:cNvPr id="228" name="PlaceHolder 6"/>
          <p:cNvSpPr>
            <a:spLocks noGrp="1"/>
          </p:cNvSpPr>
          <p:nvPr>
            <p:ph type="dt" idx="16"/>
          </p:nvPr>
        </p:nvSpPr>
        <p:spPr>
          <a:xfrm>
            <a:off x="609480" y="6172200"/>
            <a:ext cx="4570920" cy="303840"/>
          </a:xfrm>
          <a:prstGeom prst="rect">
            <a:avLst/>
          </a:prstGeom>
          <a:noFill/>
          <a:ln w="0">
            <a:noFill/>
          </a:ln>
        </p:spPr>
        <p:txBody>
          <a:bodyPr bIns="0" anchor="b">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 name="Rectangle 6"/>
          <p:cNvSpPr/>
          <p:nvPr/>
        </p:nvSpPr>
        <p:spPr>
          <a:xfrm>
            <a:off x="12001320" y="0"/>
            <a:ext cx="190080" cy="1371240"/>
          </a:xfrm>
          <a:prstGeom prst="rect">
            <a:avLst/>
          </a:prstGeom>
          <a:solidFill>
            <a:srgbClr val="d1282e"/>
          </a:solidFill>
          <a:ln w="28440">
            <a:noFill/>
          </a:ln>
        </p:spPr>
        <p:style>
          <a:lnRef idx="0"/>
          <a:fillRef idx="0"/>
          <a:effectRef idx="0"/>
          <a:fontRef idx="minor"/>
        </p:style>
      </p:sp>
      <p:sp>
        <p:nvSpPr>
          <p:cNvPr id="266" name="Rectangle 7"/>
          <p:cNvSpPr/>
          <p:nvPr/>
        </p:nvSpPr>
        <p:spPr>
          <a:xfrm>
            <a:off x="12001320" y="1371600"/>
            <a:ext cx="190080" cy="5486040"/>
          </a:xfrm>
          <a:prstGeom prst="rect">
            <a:avLst/>
          </a:prstGeom>
          <a:solidFill>
            <a:srgbClr val="000000"/>
          </a:solidFill>
          <a:ln w="28440">
            <a:noFill/>
          </a:ln>
        </p:spPr>
        <p:style>
          <a:lnRef idx="0"/>
          <a:fillRef idx="0"/>
          <a:effectRef idx="0"/>
          <a:fontRef idx="minor"/>
        </p:style>
      </p:sp>
      <p:sp>
        <p:nvSpPr>
          <p:cNvPr id="267" name="PlaceHolder 1"/>
          <p:cNvSpPr>
            <a:spLocks noGrp="1"/>
          </p:cNvSpPr>
          <p:nvPr>
            <p:ph type="title"/>
          </p:nvPr>
        </p:nvSpPr>
        <p:spPr>
          <a:xfrm>
            <a:off x="609480" y="152640"/>
            <a:ext cx="7721280" cy="1371240"/>
          </a:xfrm>
          <a:prstGeom prst="rect">
            <a:avLst/>
          </a:prstGeom>
          <a:noFill/>
          <a:ln w="0">
            <a:noFill/>
          </a:ln>
        </p:spPr>
        <p:txBody>
          <a:bodyPr anchor="b">
            <a:noAutofit/>
          </a:bodyPr>
          <a:p>
            <a:pPr>
              <a:lnSpc>
                <a:spcPct val="100000"/>
              </a:lnSpc>
              <a:buNone/>
            </a:pPr>
            <a:r>
              <a:rPr b="0" lang="en-US" sz="3600" spc="-60" strike="noStrike" cap="all">
                <a:solidFill>
                  <a:srgbClr val="d1282e"/>
                </a:solidFill>
                <a:latin typeface="Arial Black"/>
              </a:rPr>
              <a:t>Click to edit Master title style</a:t>
            </a:r>
            <a:endParaRPr b="0" lang="en-US" sz="3600" spc="-1" strike="noStrike">
              <a:solidFill>
                <a:srgbClr val="000000"/>
              </a:solidFill>
              <a:latin typeface="Arial"/>
            </a:endParaRPr>
          </a:p>
        </p:txBody>
      </p:sp>
      <p:sp>
        <p:nvSpPr>
          <p:cNvPr id="268" name="PlaceHolder 2"/>
          <p:cNvSpPr>
            <a:spLocks noGrp="1"/>
          </p:cNvSpPr>
          <p:nvPr>
            <p:ph type="body"/>
          </p:nvPr>
        </p:nvSpPr>
        <p:spPr>
          <a:xfrm>
            <a:off x="2174400" y="1574640"/>
            <a:ext cx="4388760" cy="4525560"/>
          </a:xfrm>
          <a:prstGeom prst="rect">
            <a:avLst/>
          </a:prstGeom>
          <a:noFill/>
          <a:ln w="0">
            <a:noFill/>
          </a:ln>
        </p:spPr>
        <p:txBody>
          <a:bodyPr anchor="t">
            <a:noAutofit/>
          </a:bodyPr>
          <a:p>
            <a:pPr marL="432000" indent="-324000">
              <a:lnSpc>
                <a:spcPct val="100000"/>
              </a:lnSpc>
              <a:spcBef>
                <a:spcPts val="561"/>
              </a:spcBef>
              <a:spcAft>
                <a:spcPts val="601"/>
              </a:spcAft>
              <a:buClr>
                <a:srgbClr val="000000"/>
              </a:buClr>
              <a:buSzPct val="45000"/>
              <a:buFont typeface="Wingdings" charset="2"/>
              <a:buChar char=""/>
              <a:tabLst>
                <a:tab algn="l" pos="0"/>
              </a:tabLst>
            </a:pPr>
            <a:r>
              <a:rPr b="1" lang="en-US" sz="2800" spc="-1" strike="noStrike">
                <a:solidFill>
                  <a:srgbClr val="000000"/>
                </a:solidFill>
                <a:latin typeface="Arial"/>
              </a:rPr>
              <a:t>Edit Master text styles</a:t>
            </a:r>
            <a:endParaRPr b="1" lang="en-US" sz="2800" spc="-1" strike="noStrike">
              <a:solidFill>
                <a:srgbClr val="000000"/>
              </a:solidFill>
              <a:latin typeface="Arial"/>
            </a:endParaRPr>
          </a:p>
          <a:p>
            <a:pPr lvl="1" marL="864000" indent="-324000">
              <a:lnSpc>
                <a:spcPct val="100000"/>
              </a:lnSpc>
              <a:spcBef>
                <a:spcPts val="479"/>
              </a:spcBef>
              <a:buClr>
                <a:srgbClr val="000000"/>
              </a:buClr>
              <a:buSzPct val="75000"/>
              <a:buFont typeface="Symbol" charset="2"/>
              <a:buChar char=""/>
              <a:tabLst>
                <a:tab algn="l" pos="0"/>
              </a:tabLst>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296000" indent="-288000">
              <a:lnSpc>
                <a:spcPct val="100000"/>
              </a:lnSpc>
              <a:spcBef>
                <a:spcPts val="400"/>
              </a:spcBef>
              <a:buClr>
                <a:srgbClr val="000000"/>
              </a:buClr>
              <a:buSzPct val="45000"/>
              <a:buFont typeface="Wingdings" charset="2"/>
              <a:buChar char=""/>
              <a:tabLst>
                <a:tab algn="l" pos="0"/>
              </a:tabLst>
            </a:pPr>
            <a:r>
              <a:rPr b="0" lang="en-US" sz="2000" spc="-1" strike="noStrike">
                <a:solidFill>
                  <a:srgbClr val="000000"/>
                </a:solidFill>
                <a:latin typeface="Arial"/>
              </a:rPr>
              <a:t>Third level</a:t>
            </a:r>
            <a:endParaRPr b="0" lang="en-US" sz="2000" spc="-1" strike="noStrike">
              <a:solidFill>
                <a:srgbClr val="000000"/>
              </a:solidFill>
              <a:latin typeface="Arial"/>
            </a:endParaRPr>
          </a:p>
          <a:p>
            <a:pPr lvl="3" marL="1728000" indent="-216000">
              <a:lnSpc>
                <a:spcPct val="100000"/>
              </a:lnSpc>
              <a:spcBef>
                <a:spcPts val="360"/>
              </a:spcBef>
              <a:buClr>
                <a:srgbClr val="000000"/>
              </a:buClr>
              <a:buSzPct val="75000"/>
              <a:buFont typeface="Symbol" charset="2"/>
              <a:buChar char=""/>
              <a:tabLst>
                <a:tab algn="l" pos="0"/>
              </a:tabLst>
            </a:pPr>
            <a:r>
              <a:rPr b="0" lang="en-US" sz="1800" spc="-1" strike="noStrike">
                <a:solidFill>
                  <a:srgbClr val="000000"/>
                </a:solidFill>
                <a:latin typeface="Arial"/>
              </a:rPr>
              <a:t>Fourth level</a:t>
            </a:r>
            <a:endParaRPr b="0" lang="en-US" sz="1800" spc="-1" strike="noStrike">
              <a:solidFill>
                <a:srgbClr val="000000"/>
              </a:solidFill>
              <a:latin typeface="Arial"/>
            </a:endParaRPr>
          </a:p>
          <a:p>
            <a:pPr lvl="4" marL="2160000" indent="-216000">
              <a:lnSpc>
                <a:spcPct val="100000"/>
              </a:lnSpc>
              <a:spcBef>
                <a:spcPts val="360"/>
              </a:spcBef>
              <a:buClr>
                <a:srgbClr val="000000"/>
              </a:buClr>
              <a:buSzPct val="45000"/>
              <a:buFont typeface="Wingdings" charset="2"/>
              <a:buChar char=""/>
              <a:tabLst>
                <a:tab algn="l" pos="0"/>
              </a:tabLst>
            </a:pPr>
            <a:r>
              <a:rPr b="0" lang="en-US" sz="1800" spc="-1" strike="noStrike">
                <a:solidFill>
                  <a:srgbClr val="000000"/>
                </a:solidFill>
                <a:latin typeface="Arial"/>
              </a:rPr>
              <a:t>Fifth level</a:t>
            </a:r>
            <a:endParaRPr b="0" lang="en-US" sz="1800" spc="-1" strike="noStrike">
              <a:solidFill>
                <a:srgbClr val="000000"/>
              </a:solidFill>
              <a:latin typeface="Arial"/>
            </a:endParaRPr>
          </a:p>
        </p:txBody>
      </p:sp>
      <p:sp>
        <p:nvSpPr>
          <p:cNvPr id="269" name="PlaceHolder 3"/>
          <p:cNvSpPr>
            <a:spLocks noGrp="1"/>
          </p:cNvSpPr>
          <p:nvPr>
            <p:ph type="body"/>
          </p:nvPr>
        </p:nvSpPr>
        <p:spPr>
          <a:xfrm>
            <a:off x="6786720" y="1574640"/>
            <a:ext cx="4388760" cy="4525560"/>
          </a:xfrm>
          <a:prstGeom prst="rect">
            <a:avLst/>
          </a:prstGeom>
          <a:noFill/>
          <a:ln w="0">
            <a:noFill/>
          </a:ln>
        </p:spPr>
        <p:txBody>
          <a:bodyPr anchor="t">
            <a:noAutofit/>
          </a:bodyPr>
          <a:p>
            <a:pPr>
              <a:lnSpc>
                <a:spcPct val="100000"/>
              </a:lnSpc>
              <a:spcBef>
                <a:spcPts val="561"/>
              </a:spcBef>
              <a:spcAft>
                <a:spcPts val="601"/>
              </a:spcAft>
              <a:buNone/>
              <a:tabLst>
                <a:tab algn="l" pos="0"/>
              </a:tabLst>
            </a:pPr>
            <a:r>
              <a:rPr b="1" lang="en-US" sz="2800" spc="-1" strike="noStrike">
                <a:solidFill>
                  <a:srgbClr val="000000"/>
                </a:solidFill>
                <a:latin typeface="Arial"/>
              </a:rPr>
              <a:t>Edit Master text styles</a:t>
            </a:r>
            <a:endParaRPr b="1" lang="en-US" sz="2800" spc="-1" strike="noStrike">
              <a:solidFill>
                <a:srgbClr val="000000"/>
              </a:solidFill>
              <a:latin typeface="Arial"/>
            </a:endParaRPr>
          </a:p>
          <a:p>
            <a:pPr lvl="1" marL="457200" indent="-182880">
              <a:lnSpc>
                <a:spcPct val="100000"/>
              </a:lnSpc>
              <a:spcBef>
                <a:spcPts val="479"/>
              </a:spcBef>
              <a:buClr>
                <a:srgbClr val="d1282e"/>
              </a:buClr>
              <a:buFont typeface="Arial"/>
              <a:buChar char="•"/>
              <a:tabLst>
                <a:tab algn="l" pos="0"/>
              </a:tabLst>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00"/>
              </a:spcBef>
              <a:buClr>
                <a:srgbClr val="d1282e"/>
              </a:buClr>
              <a:buFont typeface="Arial"/>
              <a:buChar char="•"/>
              <a:tabLst>
                <a:tab algn="l" pos="0"/>
              </a:tabLst>
            </a:pPr>
            <a:r>
              <a:rPr b="0" lang="en-US" sz="2000" spc="-1" strike="noStrike">
                <a:solidFill>
                  <a:srgbClr val="000000"/>
                </a:solidFill>
                <a:latin typeface="Arial"/>
              </a:rPr>
              <a:t>Third level</a:t>
            </a:r>
            <a:endParaRPr b="0" lang="en-US" sz="2000" spc="-1" strike="noStrike">
              <a:solidFill>
                <a:srgbClr val="000000"/>
              </a:solidFill>
              <a:latin typeface="Arial"/>
            </a:endParaRPr>
          </a:p>
          <a:p>
            <a:pPr lvl="3" marL="1600200" indent="-228600">
              <a:lnSpc>
                <a:spcPct val="100000"/>
              </a:lnSpc>
              <a:spcBef>
                <a:spcPts val="360"/>
              </a:spcBef>
              <a:buClr>
                <a:srgbClr val="d1282e"/>
              </a:buClr>
              <a:buFont typeface="Arial"/>
              <a:buChar char="•"/>
              <a:tabLst>
                <a:tab algn="l" pos="0"/>
              </a:tabLst>
            </a:pPr>
            <a:r>
              <a:rPr b="0" lang="en-US" sz="1800" spc="-1" strike="noStrike">
                <a:solidFill>
                  <a:srgbClr val="000000"/>
                </a:solidFill>
                <a:latin typeface="Arial"/>
              </a:rPr>
              <a:t>Fourth level</a:t>
            </a:r>
            <a:endParaRPr b="0" lang="en-US" sz="1800" spc="-1" strike="noStrike">
              <a:solidFill>
                <a:srgbClr val="000000"/>
              </a:solidFill>
              <a:latin typeface="Arial"/>
            </a:endParaRPr>
          </a:p>
          <a:p>
            <a:pPr lvl="4" marL="2057400" indent="-228600">
              <a:lnSpc>
                <a:spcPct val="100000"/>
              </a:lnSpc>
              <a:spcBef>
                <a:spcPts val="360"/>
              </a:spcBef>
              <a:buClr>
                <a:srgbClr val="d1282e"/>
              </a:buClr>
              <a:buFont typeface="Arial"/>
              <a:buChar char="•"/>
              <a:tabLst>
                <a:tab algn="l" pos="0"/>
              </a:tabLst>
            </a:pPr>
            <a:r>
              <a:rPr b="0" lang="en-US" sz="1800" spc="-1" strike="noStrike">
                <a:solidFill>
                  <a:srgbClr val="000000"/>
                </a:solidFill>
                <a:latin typeface="Arial"/>
              </a:rPr>
              <a:t>Fifth level</a:t>
            </a:r>
            <a:endParaRPr b="0" lang="en-US" sz="1800" spc="-1" strike="noStrike">
              <a:solidFill>
                <a:srgbClr val="000000"/>
              </a:solidFill>
              <a:latin typeface="Arial"/>
            </a:endParaRPr>
          </a:p>
        </p:txBody>
      </p:sp>
      <p:sp>
        <p:nvSpPr>
          <p:cNvPr id="270" name="PlaceHolder 4"/>
          <p:cNvSpPr>
            <a:spLocks noGrp="1"/>
          </p:cNvSpPr>
          <p:nvPr>
            <p:ph type="dt" idx="17"/>
          </p:nvPr>
        </p:nvSpPr>
        <p:spPr>
          <a:xfrm>
            <a:off x="609480" y="6172200"/>
            <a:ext cx="4571640" cy="304560"/>
          </a:xfrm>
          <a:prstGeom prst="rect">
            <a:avLst/>
          </a:prstGeom>
          <a:noFill/>
          <a:ln w="0">
            <a:noFill/>
          </a:ln>
        </p:spPr>
        <p:txBody>
          <a:bodyPr bIns="0" anchor="b">
            <a:noAutofit/>
          </a:bodyPr>
          <a:lstStyle>
            <a:lvl1pPr>
              <a:lnSpc>
                <a:spcPct val="100000"/>
              </a:lnSpc>
              <a:buNone/>
              <a:defRPr b="0" lang="en-US" sz="1000" spc="-1" strike="noStrike">
                <a:solidFill>
                  <a:srgbClr val="000000"/>
                </a:solidFill>
                <a:latin typeface="Arial"/>
              </a:defRPr>
            </a:lvl1pPr>
          </a:lstStyle>
          <a:p>
            <a:pPr>
              <a:lnSpc>
                <a:spcPct val="100000"/>
              </a:lnSpc>
              <a:buNone/>
            </a:pPr>
            <a:r>
              <a:rPr b="0" lang="en-US" sz="1000" spc="-1" strike="noStrike">
                <a:solidFill>
                  <a:srgbClr val="000000"/>
                </a:solidFill>
                <a:latin typeface="Arial"/>
              </a:rPr>
              <a:t>&lt;date/time&gt;</a:t>
            </a:r>
            <a:endParaRPr b="0" lang="en-CA" sz="1000" spc="-1" strike="noStrike">
              <a:latin typeface="Times New Roman"/>
            </a:endParaRPr>
          </a:p>
        </p:txBody>
      </p:sp>
      <p:sp>
        <p:nvSpPr>
          <p:cNvPr id="271" name="PlaceHolder 5"/>
          <p:cNvSpPr>
            <a:spLocks noGrp="1"/>
          </p:cNvSpPr>
          <p:nvPr>
            <p:ph type="ftr" idx="18"/>
          </p:nvPr>
        </p:nvSpPr>
        <p:spPr>
          <a:xfrm>
            <a:off x="609480" y="6492960"/>
            <a:ext cx="4571640" cy="283320"/>
          </a:xfrm>
          <a:prstGeom prst="rect">
            <a:avLst/>
          </a:prstGeom>
          <a:noFill/>
          <a:ln w="0">
            <a:noFill/>
          </a:ln>
        </p:spPr>
        <p:txBody>
          <a:bodyPr anchor="t">
            <a:noAutofit/>
          </a:bodyPr>
          <a:lstStyle>
            <a:lvl1pPr>
              <a:lnSpc>
                <a:spcPct val="100000"/>
              </a:lnSpc>
              <a:buNone/>
              <a:defRPr b="0" lang="en-CA" sz="1000" spc="-1" strike="noStrike">
                <a:solidFill>
                  <a:srgbClr val="000000"/>
                </a:solidFill>
                <a:latin typeface="Arial"/>
              </a:defRPr>
            </a:lvl1pPr>
          </a:lstStyle>
          <a:p>
            <a:pPr>
              <a:lnSpc>
                <a:spcPct val="100000"/>
              </a:lnSpc>
              <a:buNone/>
            </a:pPr>
            <a:r>
              <a:rPr b="0" lang="en-CA" sz="1000" spc="-1" strike="noStrike">
                <a:solidFill>
                  <a:srgbClr val="000000"/>
                </a:solidFill>
                <a:latin typeface="Arial"/>
              </a:rPr>
              <a:t>&lt;footer&gt;</a:t>
            </a:r>
            <a:endParaRPr b="0" lang="en-CA" sz="1000" spc="-1" strike="noStrike">
              <a:latin typeface="Times New Roman"/>
            </a:endParaRPr>
          </a:p>
        </p:txBody>
      </p:sp>
      <p:sp>
        <p:nvSpPr>
          <p:cNvPr id="272" name="PlaceHolder 6"/>
          <p:cNvSpPr>
            <a:spLocks noGrp="1"/>
          </p:cNvSpPr>
          <p:nvPr>
            <p:ph type="sldNum" idx="19"/>
          </p:nvPr>
        </p:nvSpPr>
        <p:spPr>
          <a:xfrm rot="16200000">
            <a:off x="11188800" y="5824800"/>
            <a:ext cx="1315440" cy="486360"/>
          </a:xfrm>
          <a:prstGeom prst="rect">
            <a:avLst/>
          </a:prstGeom>
          <a:noFill/>
          <a:ln w="0">
            <a:noFill/>
          </a:ln>
        </p:spPr>
        <p:txBody>
          <a:bodyPr anchor="ctr">
            <a:noAutofit/>
          </a:bodyPr>
          <a:lstStyle>
            <a:lvl1pPr>
              <a:lnSpc>
                <a:spcPct val="100000"/>
              </a:lnSpc>
              <a:buNone/>
              <a:defRPr b="1" lang="en-US" sz="2400" spc="-1" strike="noStrike">
                <a:solidFill>
                  <a:srgbClr val="d1282e"/>
                </a:solidFill>
                <a:latin typeface="Arial"/>
              </a:defRPr>
            </a:lvl1pPr>
          </a:lstStyle>
          <a:p>
            <a:pPr>
              <a:lnSpc>
                <a:spcPct val="100000"/>
              </a:lnSpc>
              <a:buNone/>
            </a:pPr>
            <a:fld id="{D55DC612-8EB9-4D85-8E07-BD482BD0E3AD}" type="slidenum">
              <a:rPr b="1" lang="en-US" sz="2400" spc="-1" strike="noStrike">
                <a:solidFill>
                  <a:srgbClr val="d1282e"/>
                </a:solidFill>
                <a:latin typeface="Arial"/>
              </a:rPr>
              <a:t>&lt;number&gt;</a:t>
            </a:fld>
            <a:endParaRPr b="0" lang="en-CA" sz="2400" spc="-1" strike="noStrike">
              <a:latin typeface="Times New Roman"/>
            </a:endParaRPr>
          </a:p>
        </p:txBody>
      </p:sp>
      <p:cxnSp>
        <p:nvCxnSpPr>
          <p:cNvPr id="273" name="Straight Connector 8"/>
          <p:cNvCxnSpPr/>
          <p:nvPr/>
        </p:nvCxnSpPr>
        <p:spPr>
          <a:xfrm>
            <a:off x="6663240" y="1656720"/>
            <a:ext cx="360" cy="4444200"/>
          </a:xfrm>
          <a:prstGeom prst="straightConnector1">
            <a:avLst/>
          </a:prstGeom>
          <a:ln w="9360">
            <a:solidFill>
              <a:srgbClr val="9d1e23"/>
            </a:solidFill>
            <a:round/>
          </a:ln>
        </p:spPr>
      </p:cxn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9.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37.xml"/><Relationship Id="rId3"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6" name="Picture 5" descr=""/>
          <p:cNvPicPr/>
          <p:nvPr/>
        </p:nvPicPr>
        <p:blipFill>
          <a:blip r:embed="rId1"/>
          <a:stretch/>
        </p:blipFill>
        <p:spPr>
          <a:xfrm>
            <a:off x="0" y="1303920"/>
            <a:ext cx="12191040" cy="6094800"/>
          </a:xfrm>
          <a:prstGeom prst="rect">
            <a:avLst/>
          </a:prstGeom>
          <a:ln w="0">
            <a:noFill/>
          </a:ln>
        </p:spPr>
      </p:pic>
      <p:sp>
        <p:nvSpPr>
          <p:cNvPr id="317" name="PlaceHolder 1"/>
          <p:cNvSpPr>
            <a:spLocks noGrp="1"/>
          </p:cNvSpPr>
          <p:nvPr>
            <p:ph type="ftr" idx="23"/>
          </p:nvPr>
        </p:nvSpPr>
        <p:spPr>
          <a:xfrm>
            <a:off x="9588960" y="127440"/>
            <a:ext cx="2602080" cy="339120"/>
          </a:xfrm>
          <a:prstGeom prst="rect">
            <a:avLst/>
          </a:prstGeom>
          <a:noFill/>
          <a:ln w="0">
            <a:noFill/>
          </a:ln>
        </p:spPr>
        <p:txBody>
          <a:bodyPr anchor="t">
            <a:noAutofit/>
          </a:bodyPr>
          <a:lstStyle>
            <a:lvl1pPr>
              <a:lnSpc>
                <a:spcPct val="100000"/>
              </a:lnSpc>
              <a:buNone/>
              <a:tabLst>
                <a:tab algn="l" pos="0"/>
              </a:tabLst>
              <a:defRPr b="0" lang="en-US" sz="1100" spc="-1" strike="noStrike">
                <a:solidFill>
                  <a:srgbClr val="a6a6a6"/>
                </a:solidFill>
                <a:latin typeface="Arial"/>
              </a:defRPr>
            </a:lvl1pPr>
          </a:lstStyle>
          <a:p>
            <a:pPr>
              <a:lnSpc>
                <a:spcPct val="100000"/>
              </a:lnSpc>
              <a:buNone/>
              <a:tabLst>
                <a:tab algn="l" pos="0"/>
              </a:tabLst>
            </a:pPr>
            <a:r>
              <a:rPr b="0" lang="en-US" sz="1100" spc="-1" strike="noStrike">
                <a:solidFill>
                  <a:srgbClr val="a6a6a6"/>
                </a:solidFill>
                <a:latin typeface="Arial"/>
              </a:rPr>
              <a:t>“</a:t>
            </a:r>
            <a:r>
              <a:rPr b="0" lang="en-US" sz="1100" spc="-1" strike="noStrike">
                <a:solidFill>
                  <a:srgbClr val="a6a6a6"/>
                </a:solidFill>
                <a:latin typeface="Arial"/>
              </a:rPr>
              <a:t>Develop a passion for learning.”</a:t>
            </a:r>
            <a:endParaRPr b="0" lang="en-CA" sz="1100" spc="-1" strike="noStrike">
              <a:latin typeface="Times New Roman"/>
            </a:endParaRPr>
          </a:p>
        </p:txBody>
      </p:sp>
      <p:sp>
        <p:nvSpPr>
          <p:cNvPr id="318" name="Text Box 2"/>
          <p:cNvSpPr/>
          <p:nvPr/>
        </p:nvSpPr>
        <p:spPr>
          <a:xfrm>
            <a:off x="58680" y="468000"/>
            <a:ext cx="10306080" cy="1225800"/>
          </a:xfrm>
          <a:prstGeom prst="rect">
            <a:avLst/>
          </a:prstGeom>
          <a:noFill/>
          <a:ln w="9360">
            <a:noFill/>
          </a:ln>
        </p:spPr>
        <p:style>
          <a:lnRef idx="0"/>
          <a:fillRef idx="0"/>
          <a:effectRef idx="0"/>
          <a:fontRef idx="minor"/>
        </p:style>
        <p:txBody>
          <a:bodyPr lIns="90000" rIns="90000" tIns="45000" bIns="45000" anchor="t">
            <a:spAutoFit/>
          </a:bodyPr>
          <a:p>
            <a:pPr>
              <a:lnSpc>
                <a:spcPct val="107000"/>
              </a:lnSpc>
              <a:spcAft>
                <a:spcPts val="799"/>
              </a:spcAft>
              <a:buNone/>
            </a:pPr>
            <a:r>
              <a:rPr b="0" lang="en-US" sz="3600" spc="-1" strike="noStrike">
                <a:solidFill>
                  <a:srgbClr val="ff0000"/>
                </a:solidFill>
                <a:latin typeface="Gadugi"/>
                <a:ea typeface="Calibri"/>
              </a:rPr>
              <a:t>RISK AND RESILIENCE BOOTCAMP</a:t>
            </a:r>
            <a:br>
              <a:rPr sz="3600"/>
            </a:br>
            <a:endParaRPr b="0" lang="en-CA" sz="3600" spc="-1" strike="noStrike">
              <a:latin typeface="Arial"/>
            </a:endParaRPr>
          </a:p>
        </p:txBody>
      </p:sp>
      <p:sp>
        <p:nvSpPr>
          <p:cNvPr id="319" name="Oval 1"/>
          <p:cNvSpPr/>
          <p:nvPr/>
        </p:nvSpPr>
        <p:spPr>
          <a:xfrm>
            <a:off x="11068920" y="5891760"/>
            <a:ext cx="619200" cy="619200"/>
          </a:xfrm>
          <a:prstGeom prst="ellipse">
            <a:avLst/>
          </a:prstGeom>
          <a:solidFill>
            <a:srgbClr val="7a7a7a"/>
          </a:solidFill>
          <a:ln w="28440">
            <a:noFill/>
          </a:ln>
        </p:spPr>
        <p:style>
          <a:lnRef idx="0"/>
          <a:fillRef idx="0"/>
          <a:effectRef idx="0"/>
          <a:fontRef idx="minor"/>
        </p:style>
        <p:txBody>
          <a:bodyPr lIns="90000" rIns="90000" tIns="45000" bIns="45000" anchor="ctr">
            <a:noAutofit/>
          </a:bodyPr>
          <a:p>
            <a:pPr algn="ctr">
              <a:lnSpc>
                <a:spcPct val="100000"/>
              </a:lnSpc>
              <a:buNone/>
            </a:pPr>
            <a:r>
              <a:rPr b="1" lang="en-US" sz="2800" spc="-1" strike="noStrike">
                <a:solidFill>
                  <a:srgbClr val="ffffff"/>
                </a:solidFill>
                <a:latin typeface="Arial"/>
              </a:rPr>
              <a:t>2</a:t>
            </a:r>
            <a:endParaRPr b="0" lang="en-CA" sz="2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609480" y="152640"/>
            <a:ext cx="8012160" cy="728640"/>
          </a:xfrm>
          <a:prstGeom prst="rect">
            <a:avLst/>
          </a:prstGeom>
          <a:noFill/>
          <a:ln w="0">
            <a:noFill/>
          </a:ln>
        </p:spPr>
        <p:txBody>
          <a:bodyPr lIns="0" rIns="0" tIns="0" bIns="0" anchor="ctr">
            <a:noAutofit/>
          </a:bodyPr>
          <a:p>
            <a:pPr>
              <a:lnSpc>
                <a:spcPct val="100000"/>
              </a:lnSpc>
              <a:buNone/>
              <a:tabLst>
                <a:tab algn="l" pos="0"/>
              </a:tabLst>
            </a:pPr>
            <a:r>
              <a:rPr b="0" lang="en-US" sz="3600" spc="-60" strike="noStrike" cap="all">
                <a:solidFill>
                  <a:srgbClr val="d1282e"/>
                </a:solidFill>
                <a:latin typeface="Leelawadee UI Semilight"/>
              </a:rPr>
              <a:t>ISACA and DRI Frameworks</a:t>
            </a:r>
            <a:endParaRPr b="0" lang="en-CA" sz="3600" spc="-1" strike="noStrike" cap="all">
              <a:solidFill>
                <a:srgbClr val="bf0041"/>
              </a:solidFill>
              <a:latin typeface="Leelawadee UI Semilight"/>
            </a:endParaRPr>
          </a:p>
        </p:txBody>
      </p:sp>
      <p:sp>
        <p:nvSpPr>
          <p:cNvPr id="321" name="PlaceHolder 2"/>
          <p:cNvSpPr>
            <a:spLocks noGrp="1"/>
          </p:cNvSpPr>
          <p:nvPr>
            <p:ph/>
          </p:nvPr>
        </p:nvSpPr>
        <p:spPr>
          <a:xfrm>
            <a:off x="609480" y="1073880"/>
            <a:ext cx="4957200" cy="5051160"/>
          </a:xfrm>
          <a:prstGeom prst="rect">
            <a:avLst/>
          </a:prstGeom>
          <a:noFill/>
          <a:ln w="0">
            <a:noFill/>
          </a:ln>
        </p:spPr>
        <p:txBody>
          <a:bodyPr lIns="0" rIns="0" tIns="0" bIns="0" anchor="t">
            <a:normAutofit/>
          </a:bodyPr>
          <a:p>
            <a:r>
              <a:rPr b="0" lang="en-CA" sz="2000" spc="-1" strike="noStrike">
                <a:latin typeface="Nirmala UI Semilight"/>
              </a:rPr>
              <a:t>In addition to preparing you to work in the areas of risk and resilience on the job</a:t>
            </a:r>
            <a:endParaRPr b="0" lang="en-CA" sz="2000" spc="-1" strike="noStrike">
              <a:latin typeface="Nirmala UI Semilight"/>
            </a:endParaRPr>
          </a:p>
          <a:p>
            <a:pPr lvl="1" marL="864000" indent="-324000">
              <a:spcBef>
                <a:spcPts val="567"/>
              </a:spcBef>
              <a:spcAft>
                <a:spcPts val="567"/>
              </a:spcAft>
              <a:buClr>
                <a:srgbClr val="000000"/>
              </a:buClr>
              <a:buSzPct val="75000"/>
              <a:buFont typeface="Symbol" charset="2"/>
              <a:buChar char=""/>
            </a:pPr>
            <a:r>
              <a:rPr b="0" lang="en-CA" sz="1600" spc="-1" strike="noStrike">
                <a:latin typeface="Nirmala UI Semilight"/>
              </a:rPr>
              <a:t>ISACA:  International Systems Audit and Control Association</a:t>
            </a:r>
            <a:endParaRPr b="0" lang="en-CA" sz="1600" spc="-1" strike="noStrike">
              <a:latin typeface="Nirmala UI Semilight"/>
            </a:endParaRPr>
          </a:p>
          <a:p>
            <a:pPr lvl="2" marL="1296000" indent="-288000">
              <a:spcBef>
                <a:spcPts val="283"/>
              </a:spcBef>
              <a:spcAft>
                <a:spcPts val="283"/>
              </a:spcAft>
              <a:buClr>
                <a:srgbClr val="000000"/>
              </a:buClr>
              <a:buSzPct val="45000"/>
              <a:buFont typeface="Wingdings" charset="2"/>
              <a:buChar char=""/>
            </a:pPr>
            <a:r>
              <a:rPr b="0" lang="en-CA" sz="1400" spc="-1" strike="noStrike">
                <a:latin typeface="Nirmala UI Semilight"/>
              </a:rPr>
              <a:t>Provides risk management certification</a:t>
            </a:r>
            <a:endParaRPr b="0" lang="en-CA" sz="1400" spc="-1" strike="noStrike">
              <a:latin typeface="Nirmala UI Semilight"/>
            </a:endParaRPr>
          </a:p>
          <a:p>
            <a:pPr lvl="1" marL="864000" indent="-324000">
              <a:spcBef>
                <a:spcPts val="567"/>
              </a:spcBef>
              <a:spcAft>
                <a:spcPts val="567"/>
              </a:spcAft>
              <a:buClr>
                <a:srgbClr val="000000"/>
              </a:buClr>
              <a:buSzPct val="75000"/>
              <a:buFont typeface="Symbol" charset="2"/>
              <a:buChar char=""/>
            </a:pPr>
            <a:r>
              <a:rPr b="0" lang="en-CA" sz="1600" spc="-1" strike="noStrike">
                <a:latin typeface="Nirmala UI Semilight"/>
              </a:rPr>
              <a:t>DRII:  Disaster Recovery Institute International </a:t>
            </a:r>
            <a:endParaRPr b="0" lang="en-CA" sz="1600" spc="-1" strike="noStrike">
              <a:latin typeface="Nirmala UI Semilight"/>
            </a:endParaRPr>
          </a:p>
          <a:p>
            <a:pPr lvl="2" marL="1296000" indent="-288000">
              <a:spcBef>
                <a:spcPts val="283"/>
              </a:spcBef>
              <a:spcAft>
                <a:spcPts val="283"/>
              </a:spcAft>
              <a:buClr>
                <a:srgbClr val="000000"/>
              </a:buClr>
              <a:buSzPct val="45000"/>
              <a:buFont typeface="Wingdings" charset="2"/>
              <a:buChar char=""/>
            </a:pPr>
            <a:r>
              <a:rPr b="0" lang="en-CA" sz="1400" spc="-1" strike="noStrike">
                <a:latin typeface="Nirmala UI Semilight"/>
              </a:rPr>
              <a:t>Certifies resilience professionals</a:t>
            </a:r>
            <a:endParaRPr b="0" lang="en-CA" sz="1400" spc="-1" strike="noStrike">
              <a:latin typeface="Nirmala UI Semilight"/>
            </a:endParaRPr>
          </a:p>
          <a:p>
            <a:r>
              <a:rPr b="0" lang="en-CA" sz="2000" spc="-1" strike="noStrike">
                <a:latin typeface="Nirmala UI Semilight"/>
              </a:rPr>
              <a:t>This module review some of the areas covered by these certifications</a:t>
            </a:r>
            <a:endParaRPr b="0" lang="en-CA" sz="2000" spc="-1" strike="noStrike">
              <a:latin typeface="Nirmala UI Semilight"/>
            </a:endParaRPr>
          </a:p>
        </p:txBody>
      </p:sp>
      <p:pic>
        <p:nvPicPr>
          <p:cNvPr id="322" name="" descr=""/>
          <p:cNvPicPr/>
          <p:nvPr/>
        </p:nvPicPr>
        <p:blipFill>
          <a:blip r:embed="rId1"/>
          <a:stretch/>
        </p:blipFill>
        <p:spPr>
          <a:xfrm>
            <a:off x="7463880" y="1712520"/>
            <a:ext cx="3842640" cy="1001520"/>
          </a:xfrm>
          <a:prstGeom prst="rect">
            <a:avLst/>
          </a:prstGeom>
          <a:ln w="0">
            <a:noFill/>
          </a:ln>
        </p:spPr>
      </p:pic>
      <p:pic>
        <p:nvPicPr>
          <p:cNvPr id="323" name="" descr=""/>
          <p:cNvPicPr/>
          <p:nvPr/>
        </p:nvPicPr>
        <p:blipFill>
          <a:blip r:embed="rId2"/>
          <a:stretch/>
        </p:blipFill>
        <p:spPr>
          <a:xfrm>
            <a:off x="7925400" y="3571920"/>
            <a:ext cx="3080880" cy="1914120"/>
          </a:xfrm>
          <a:prstGeom prst="rect">
            <a:avLst/>
          </a:prstGeom>
          <a:ln w="0">
            <a:noFill/>
          </a:ln>
        </p:spPr>
      </p:pic>
      <p:sp>
        <p:nvSpPr>
          <p:cNvPr id="4" name="PlaceHolder 3"/>
          <p:cNvSpPr>
            <a:spLocks noGrp="1"/>
          </p:cNvSpPr>
          <p:nvPr>
            <p:ph type="ftr" idx="4"/>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599760" y="14292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a:t>
            </a:r>
            <a:endParaRPr b="0" lang="en-CA" sz="3600" spc="-1" strike="noStrike" cap="all">
              <a:solidFill>
                <a:srgbClr val="bf0041"/>
              </a:solidFill>
              <a:latin typeface="Leelawadee UI Semilight"/>
            </a:endParaRPr>
          </a:p>
        </p:txBody>
      </p:sp>
      <p:sp>
        <p:nvSpPr>
          <p:cNvPr id="325"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The latest ISACA framework is integrated into the risk management materials in this course</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However, we will also be looking at relevant risk and resilience management issues as well as other related topics beyond the scope of ISACA</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In this section we will align some of the informal ideas on risk from the last module with sections in the framework</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As we go through the course, we will be referring to relevant concepts and sections in the framework</a:t>
            </a:r>
            <a:endParaRPr b="0" lang="en-CA" sz="1800" spc="-1" strike="noStrike">
              <a:latin typeface="Nirmala UI Semilight"/>
            </a:endParaRPr>
          </a:p>
          <a:p>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599760" y="14292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a:t>
            </a:r>
            <a:endParaRPr b="0" lang="en-CA" sz="3600" spc="-1" strike="noStrike" cap="all">
              <a:solidFill>
                <a:srgbClr val="bf0041"/>
              </a:solidFill>
              <a:latin typeface="Leelawadee UI Semilight"/>
            </a:endParaRPr>
          </a:p>
        </p:txBody>
      </p:sp>
      <p:sp>
        <p:nvSpPr>
          <p:cNvPr id="327"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The main areas covered by the ISACA framework are</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Introducing the Risk IT Framework</a:t>
            </a:r>
            <a:r>
              <a:rPr b="0" lang="en-CA" sz="1800" spc="-1" strike="noStrike">
                <a:latin typeface="Nirmala UI Semilight"/>
              </a:rPr>
              <a:t>	</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imperative for Risk IT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Definitions and terminology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Purpose of the Risk IT Framework</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Target audience and stakeholders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Risk IT Framework principles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Connect to enterprise business or mission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Align with enterprise risk management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Balance costs and benefits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Promote ethical and open communication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Establish tone at the top and accountability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Use a consistent approach aligned to strategy</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599760" y="14292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a:t>
            </a:r>
            <a:endParaRPr b="0" lang="en-CA" sz="3600" spc="-1" strike="noStrike" cap="all">
              <a:solidFill>
                <a:srgbClr val="bf0041"/>
              </a:solidFill>
              <a:latin typeface="Leelawadee UI Semilight"/>
            </a:endParaRPr>
          </a:p>
        </p:txBody>
      </p:sp>
      <p:sp>
        <p:nvSpPr>
          <p:cNvPr id="329"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Framework components and alignment with COBIT</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Components of the Risk IT Framework</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Alignment of COBIT with the Risk IT Framework</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Application of the RISK IT Framework independent of COBIT</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Essentials of risk governance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appetite, tolerance and risk capacity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Stakeholders of IT risk management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culture</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Essentials of risk management</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Setting the context and scoping risk management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Understanding the risk management workflow</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endParaRPr b="0" lang="en-CA" sz="18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599760" y="14292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a:t>
            </a:r>
            <a:endParaRPr b="0" lang="en-CA" sz="3600" spc="-1" strike="noStrike" cap="all">
              <a:solidFill>
                <a:srgbClr val="bf0041"/>
              </a:solidFill>
              <a:latin typeface="Leelawadee UI Semilight"/>
            </a:endParaRPr>
          </a:p>
        </p:txBody>
      </p:sp>
      <p:sp>
        <p:nvSpPr>
          <p:cNvPr id="331"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Essentials of risk assessment </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identification </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analysis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Evaluating the business impact of identified risks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IT risk scenarios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Risk awareness, reporting and communication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Benefits of risk awareness and communication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reporting and communication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Key risk indicators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endParaRPr b="0" lang="en-CA" sz="18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599760" y="142920"/>
            <a:ext cx="8012160" cy="72864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a:t>
            </a:r>
            <a:endParaRPr b="0" lang="en-CA" sz="3600" spc="-1" strike="noStrike" cap="all">
              <a:solidFill>
                <a:srgbClr val="bf0041"/>
              </a:solidFill>
              <a:latin typeface="Leelawadee UI Semilight"/>
            </a:endParaRPr>
          </a:p>
        </p:txBody>
      </p:sp>
      <p:sp>
        <p:nvSpPr>
          <p:cNvPr id="333"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Essentials of risk response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avoidance </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mitigation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sharing or transfer</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acceptance</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aggregation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response selection and prioritization</a:t>
            </a:r>
            <a:endParaRPr b="0" lang="en-CA" sz="14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We have already touched on several of these in the last section</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That was a more intuitive orientation</a:t>
            </a:r>
            <a:endParaRPr b="0" lang="en-CA" sz="18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In this and the modules that follow</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We will introduce the ISACA framework concepts where appropriate</a:t>
            </a:r>
            <a:endParaRPr b="0" lang="en-CA" sz="18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DRI international best practices</a:t>
            </a:r>
            <a:endParaRPr b="0" lang="en-CA" sz="3600" spc="-1" strike="noStrike" cap="all">
              <a:solidFill>
                <a:srgbClr val="bf0041"/>
              </a:solidFill>
              <a:latin typeface="Leelawadee UI Semilight"/>
            </a:endParaRPr>
          </a:p>
        </p:txBody>
      </p:sp>
      <p:sp>
        <p:nvSpPr>
          <p:cNvPr id="335"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Publishes a lifecycle framework </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Called the Professional Practices for Business Continuity Management</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It’s the BCM/resilience counterpart to ISACA’s Risk IT</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A structured body of knowledge used to build, run, test, and improve an enterprise resilience program</a:t>
            </a:r>
            <a:endParaRPr b="0" lang="en-CA" sz="18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What the DRI framework covers (the 10 Professional Practices)</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Program initiation and management</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Establish the need for a business continuity program</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Obtain support and funding for the business continuity program</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Build the organizational framework to support the business continuity program</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Introduce key concepts, such as program management, risk awareness, identification of critical functions/processes, recovery strategies, training and awareness, and exercising/testing</a:t>
            </a:r>
            <a:endParaRPr b="0" lang="en-CA" sz="14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DRI international best practices</a:t>
            </a:r>
            <a:endParaRPr b="0" lang="en-CA" sz="3600" spc="-1" strike="noStrike" cap="all">
              <a:solidFill>
                <a:srgbClr val="bf0041"/>
              </a:solidFill>
              <a:latin typeface="Leelawadee UI Semilight"/>
            </a:endParaRPr>
          </a:p>
        </p:txBody>
      </p:sp>
      <p:sp>
        <p:nvSpPr>
          <p:cNvPr id="337"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Risk assessment</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Identify risks that can adversely affect an entity’s resources or image</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Assess risks to determine the potential impacts to the entity, enabling the entity to determine the most effective use of resources to reduce these potential impacts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Business impact analysis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Identify and prioritize the entity’s functions and processes in order to ascertain which ones will have the greatest impact should they not be available</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Assess the resources required to support the business impact analysis process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Analyze the findings to ascertain any gaps between the entity’s requirements and its ability to deliver those requirements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Business continuity strategies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Select cost-effective strategies to reduce deficiencies as identified during the risk assessment and BIA</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DRI international best practices</a:t>
            </a:r>
            <a:endParaRPr b="0" lang="en-CA" sz="3600" spc="-1" strike="noStrike" cap="all">
              <a:solidFill>
                <a:srgbClr val="bf0041"/>
              </a:solidFill>
              <a:latin typeface="Leelawadee UI Semilight"/>
            </a:endParaRPr>
          </a:p>
        </p:txBody>
      </p:sp>
      <p:sp>
        <p:nvSpPr>
          <p:cNvPr id="339"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Incident response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Develop and assist with the implementation of an incident management system that defines organizational roles, lines of authority and succession of authority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Define requirements to develop and implement the entity’s incident response plan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Ensure that incident response is coordinated with outside organizations in a timely and effective manner when appropriate</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Plan development and implementation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Document plans to be used during an incident that will enable the entity to continue to function</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Awareness and training programs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Establish and maintain training and awareness programs that result in personnel being able to respond to incidents in a calm and efficient manner</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DRI international best practices</a:t>
            </a:r>
            <a:endParaRPr b="0" lang="en-CA" sz="3600" spc="-1" strike="noStrike" cap="all">
              <a:solidFill>
                <a:srgbClr val="bf0041"/>
              </a:solidFill>
              <a:latin typeface="Leelawadee UI Semilight"/>
            </a:endParaRPr>
          </a:p>
        </p:txBody>
      </p:sp>
      <p:sp>
        <p:nvSpPr>
          <p:cNvPr id="341"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Business continuity plan exercise, assessment, and maintenance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Establish an exercise, assessment and maintenance program to maintain a state of readiness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Crisis communications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Provide a framework for developing a crisis communications plan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Ensure that the crisis communications plan will provide for timely, effective communication with internal and external parties</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Coordination with external agencies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Establish policies and procedures to coordinate incident response activities with public entities</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overlap</a:t>
            </a:r>
            <a:endParaRPr b="0" lang="en-CA" sz="3600" spc="-1" strike="noStrike" cap="all">
              <a:solidFill>
                <a:srgbClr val="bf0041"/>
              </a:solidFill>
              <a:latin typeface="Leelawadee UI Semilight"/>
            </a:endParaRPr>
          </a:p>
        </p:txBody>
      </p:sp>
      <p:sp>
        <p:nvSpPr>
          <p:cNvPr id="343"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 </a:t>
            </a:r>
            <a:r>
              <a:rPr b="0" lang="en-CA" sz="2400" spc="-1" strike="noStrike">
                <a:latin typeface="Nirmala UI Semilight"/>
              </a:rPr>
              <a:t>There are clearly some overlaps between the two frameworks</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ISACA focuses on categorizing and governing IT risk end to end </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Looks at benefit/value, program/project delivery, operations/security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 </a:t>
            </a:r>
            <a:r>
              <a:rPr b="0" lang="en-CA" sz="1400" spc="-1" strike="noStrike">
                <a:latin typeface="Nirmala UI Semilight"/>
              </a:rPr>
              <a:t>Provides risk terminology and an oversight model</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DRI focuses on continuity and resilience execution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Derives targets (via BIA/risk), chooses strategies, implements plans, trains, exercises, and keeps improving</a:t>
            </a:r>
            <a:endParaRPr b="0" lang="en-CA" sz="14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Integration</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Use ISACA to frame and report risk (governance, appetite, domains).</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Use DRI to operationalize resilience into actions</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This pairing reflects how banks are examined today</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Consistent with ISO’s organizational-resilience guidance.</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endParaRPr b="0" lang="en-CA" sz="18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integration</a:t>
            </a:r>
            <a:endParaRPr b="0" lang="en-CA" sz="3600" spc="-1" strike="noStrike" cap="all">
              <a:solidFill>
                <a:srgbClr val="bf0041"/>
              </a:solidFill>
              <a:latin typeface="Leelawadee UI Semilight"/>
            </a:endParaRPr>
          </a:p>
        </p:txBody>
      </p:sp>
      <p:pic>
        <p:nvPicPr>
          <p:cNvPr id="345" name="" descr=""/>
          <p:cNvPicPr/>
          <p:nvPr/>
        </p:nvPicPr>
        <p:blipFill>
          <a:blip r:embed="rId1"/>
          <a:stretch/>
        </p:blipFill>
        <p:spPr>
          <a:xfrm>
            <a:off x="937440" y="984600"/>
            <a:ext cx="10361880" cy="5321520"/>
          </a:xfrm>
          <a:prstGeom prst="rect">
            <a:avLst/>
          </a:prstGeom>
          <a:ln w="0">
            <a:noFill/>
          </a:ln>
        </p:spPr>
      </p:pic>
      <p:sp>
        <p:nvSpPr>
          <p:cNvPr id="3" name="PlaceHolder 2"/>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COBIT</a:t>
            </a:r>
            <a:endParaRPr b="0" lang="en-CA" sz="3600" spc="-1" strike="noStrike" cap="all">
              <a:solidFill>
                <a:srgbClr val="bf0041"/>
              </a:solidFill>
              <a:latin typeface="Leelawadee UI Semilight"/>
            </a:endParaRPr>
          </a:p>
        </p:txBody>
      </p:sp>
      <p:sp>
        <p:nvSpPr>
          <p:cNvPr id="347"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 </a:t>
            </a:r>
            <a:r>
              <a:rPr b="0" lang="en-CA" sz="2400" spc="-1" strike="noStrike">
                <a:latin typeface="Nirmala UI Semilight"/>
              </a:rPr>
              <a:t>Referenced in the framework</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COBIT (Control Objectives for Information and Related Technologies)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ISACA’s framework for the governance and management of enterprise IT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It gives boards, executives, and technology leaders a common language, a set of objectives, and practical components to ensure IT creates value, manages risk, and achieves compliance</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What COBIT is for</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Governance</a:t>
            </a:r>
            <a:r>
              <a:rPr b="0" lang="en-CA" sz="1400" spc="-1" strike="noStrike">
                <a:latin typeface="Nirmala UI Semilight"/>
              </a:rPr>
              <a:t>: Set direction, evaluate options, and monitor results so IT supports business goals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Management</a:t>
            </a:r>
            <a:r>
              <a:rPr b="0" lang="en-CA" sz="1400" spc="-1" strike="noStrike">
                <a:latin typeface="Nirmala UI Semilight"/>
              </a:rPr>
              <a:t>: Plan, build, run, and monitor IT services and change programs in a controlled way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Assurance &amp; alignment</a:t>
            </a:r>
            <a:r>
              <a:rPr b="0" lang="en-CA" sz="1400" spc="-1" strike="noStrike">
                <a:latin typeface="Nirmala UI Semilight"/>
              </a:rPr>
              <a:t>: Map policies, controls, and metrics across other standards (NIST CSF, ISO/IEC 27001)</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COBIT structure</a:t>
            </a:r>
            <a:endParaRPr b="0" lang="en-CA" sz="3600" spc="-1" strike="noStrike" cap="all">
              <a:solidFill>
                <a:srgbClr val="bf0041"/>
              </a:solidFill>
              <a:latin typeface="Leelawadee UI Semilight"/>
            </a:endParaRPr>
          </a:p>
        </p:txBody>
      </p:sp>
      <p:sp>
        <p:nvSpPr>
          <p:cNvPr id="349"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Principles</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For governance systems </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Tailored to enterprise needs and end-to-end coverage</a:t>
            </a:r>
            <a:endParaRPr b="0" lang="en-CA" sz="18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Objectives model</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Governance objectives (EDM): Evaluate, Direct, Monitor.</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Management objectives grouped into domains: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APO – Align, Plan, Organize (strategy, risk, architecture, sourcing).</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BAI – Build, Acquire, Implement (change, projects, configuration, release).</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DSS – Deliver, Service, Support (operations, continuity, security ops, incident/problem).</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MEA – Monitor, Evaluate, Assess (performance, compliance, internal control).</a:t>
            </a:r>
            <a:endParaRPr b="0" lang="en-CA" sz="14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COBIT structure</a:t>
            </a:r>
            <a:endParaRPr b="0" lang="en-CA" sz="3600" spc="-1" strike="noStrike" cap="all">
              <a:solidFill>
                <a:srgbClr val="bf0041"/>
              </a:solidFill>
              <a:latin typeface="Leelawadee UI Semilight"/>
            </a:endParaRPr>
          </a:p>
        </p:txBody>
      </p:sp>
      <p:sp>
        <p:nvSpPr>
          <p:cNvPr id="351"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Components (“enablers”)</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Processes, organizational structures</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Policies and procedures </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Information</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Culture/behavior </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People and skills</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Services/infrastructure/applications</a:t>
            </a:r>
            <a:endParaRPr b="0" lang="en-CA" sz="18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Performance management </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Maturity/capability levels and metrics to track whether objectives are being met</a:t>
            </a:r>
            <a:endParaRPr b="0" lang="en-CA" sz="18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COBIT </a:t>
            </a:r>
            <a:endParaRPr b="0" lang="en-CA" sz="3600" spc="-1" strike="noStrike" cap="all">
              <a:solidFill>
                <a:srgbClr val="bf0041"/>
              </a:solidFill>
              <a:latin typeface="Leelawadee UI Semilight"/>
            </a:endParaRPr>
          </a:p>
        </p:txBody>
      </p:sp>
      <p:sp>
        <p:nvSpPr>
          <p:cNvPr id="353"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Reasons for risk/resilience teams to use COBIT </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Clear ownership </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Ties controls to specific objectives </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Evidence-ready</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Points to artifacts examiners expect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Risk register</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BIA/RTO-RPO</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Change tickets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Restore tests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KRIs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Compliance reports</a:t>
            </a:r>
            <a:endParaRPr b="0" lang="en-CA" sz="1400" spc="-1" strike="noStrike">
              <a:latin typeface="Nirmala UI Semilight"/>
            </a:endParaRPr>
          </a:p>
          <a:p>
            <a:pPr lvl="1" marL="864000" indent="-324000">
              <a:lnSpc>
                <a:spcPct val="100000"/>
              </a:lnSpc>
              <a:spcBef>
                <a:spcPts val="567"/>
              </a:spcBef>
              <a:buClr>
                <a:srgbClr val="000000"/>
              </a:buClr>
              <a:buSzPct val="45000"/>
              <a:buFont typeface="Wingdings" charset="2"/>
              <a:buChar char=""/>
            </a:pPr>
            <a:r>
              <a:rPr b="0" lang="en-CA" sz="1800" spc="-1" strike="noStrike">
                <a:latin typeface="Nirmala UI Semilight"/>
              </a:rPr>
              <a:t>Bridging frameworks </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Shows how the NIST/ISO/ITIL controls collectively satisfy governance expectations for regulators and internal audit</a:t>
            </a:r>
            <a:endParaRPr b="0" lang="en-CA" sz="14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COBIT </a:t>
            </a:r>
            <a:endParaRPr b="0" lang="en-CA" sz="3600" spc="-1" strike="noStrike" cap="all">
              <a:solidFill>
                <a:srgbClr val="bf0041"/>
              </a:solidFill>
              <a:latin typeface="Leelawadee UI Semilight"/>
            </a:endParaRPr>
          </a:p>
        </p:txBody>
      </p:sp>
      <p:sp>
        <p:nvSpPr>
          <p:cNvPr id="355"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COBIT is the top-level operating model for IT governance and control</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Used to</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Assign ownership</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Select and align controls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Measure performance</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Demonstrate that technology risk and resilience are managed systematically across the enterprise</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 </a:t>
            </a:r>
            <a:endParaRPr b="0" lang="en-CA" sz="3600" spc="-1" strike="noStrike" cap="all">
              <a:solidFill>
                <a:srgbClr val="bf0041"/>
              </a:solidFill>
              <a:latin typeface="Leelawadee UI Semilight"/>
            </a:endParaRPr>
          </a:p>
        </p:txBody>
      </p:sp>
      <p:sp>
        <p:nvSpPr>
          <p:cNvPr id="357"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A structured, systematic methodology that enables enterprises to:</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Identify current and emerging risks throughout the extended enterprise</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Develop appropriate operational capabilities to ensure that business processes continue operating through adverse events</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Leverage investments in compliance or internal control systems already in place to optimize I&amp;T-related risk</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Recognize I&amp;T-related risk that exceeds the scope of technical controls and IT-related tools and techniques to integrate into the enterprise risk management (ERM) program</a:t>
            </a:r>
            <a:endParaRPr b="0" lang="en-CA" sz="18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framework </a:t>
            </a:r>
            <a:endParaRPr b="0" lang="en-CA" sz="3600" spc="-1" strike="noStrike" cap="all">
              <a:solidFill>
                <a:srgbClr val="bf0041"/>
              </a:solidFill>
              <a:latin typeface="Leelawadee UI Semilight"/>
            </a:endParaRPr>
          </a:p>
        </p:txBody>
      </p:sp>
      <p:sp>
        <p:nvSpPr>
          <p:cNvPr id="359"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Continued</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Raise awareness of the balance between the benefits of technology and external partners (on the one hand), and the potential impact of cyberthreats, internal control failures, and risk introduced by vendors, suppliers and partners on the other hand</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Promote risk awareness, accountability and responsibility throughout the enterprise</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Frame I&amp;T-related risk within a business context to understand aggregate exposure in terms of enterprise value</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Focus internal and external risk management resources to maximize enterprise objectives</a:t>
            </a:r>
            <a:endParaRPr b="0" lang="en-CA" sz="1800" spc="-1" strike="noStrike">
              <a:latin typeface="Nirmala UI Semilight"/>
            </a:endParaRPr>
          </a:p>
          <a:p>
            <a:pPr marL="432000" indent="-324000">
              <a:spcBef>
                <a:spcPts val="1134"/>
              </a:spcBef>
              <a:buClr>
                <a:srgbClr val="000000"/>
              </a:buClr>
              <a:buSzPct val="45000"/>
              <a:buFont typeface="Wingdings" charset="2"/>
              <a:buChar char=""/>
            </a:pPr>
            <a:r>
              <a:rPr b="0" lang="en-CA" sz="2400" spc="-1" strike="noStrike">
                <a:latin typeface="Nirmala UI Semilight"/>
              </a:rPr>
              <a:t>Alignment</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Aligns with major ERM frameworks including (we will examine these later 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COSO ERM framework</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ISO 31000 Risk Management standard</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Definitions </a:t>
            </a:r>
            <a:endParaRPr b="0" lang="en-CA" sz="3600" spc="-1" strike="noStrike" cap="all">
              <a:solidFill>
                <a:srgbClr val="bf0041"/>
              </a:solidFill>
              <a:latin typeface="Leelawadee UI Semilight"/>
            </a:endParaRPr>
          </a:p>
        </p:txBody>
      </p:sp>
      <p:sp>
        <p:nvSpPr>
          <p:cNvPr id="361"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To be consistent with the ISACA, we will use their definitions from this point on</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Enterprise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A group of individuals working together for a common purpose, typically within the context of a business organization, such as a corporation, partnership, limited liability company, government or public agency, charity, nonprofit or trust</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Organization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structure or arrangement of interrelated components of an enterprise, defined by a particular scope</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Business or mission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strategic purpose for which the organization exists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In the scope of risk IT, an enterprise typically sets strategic objectives. such as delivering a product or service, meeting sales targets and generating revenue </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purpose of a mission-driven organization may be similar to a business enterprise, but often operates to meet a mission, or nonprofit objectives</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ISACA Definitions </a:t>
            </a:r>
            <a:endParaRPr b="0" lang="en-CA" sz="3600" spc="-1" strike="noStrike" cap="all">
              <a:solidFill>
                <a:srgbClr val="bf0041"/>
              </a:solidFill>
              <a:latin typeface="Leelawadee UI Semilight"/>
            </a:endParaRPr>
          </a:p>
        </p:txBody>
      </p:sp>
      <p:sp>
        <p:nvSpPr>
          <p:cNvPr id="363"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lvl="1" marL="864000" indent="-324000">
              <a:spcBef>
                <a:spcPts val="567"/>
              </a:spcBef>
              <a:buClr>
                <a:srgbClr val="000000"/>
              </a:buClr>
              <a:buSzPct val="45000"/>
              <a:buFont typeface="Wingdings" charset="2"/>
              <a:buChar char=""/>
            </a:pPr>
            <a:r>
              <a:rPr b="0" lang="en-CA" sz="1800" spc="-1" strike="noStrike">
                <a:latin typeface="Nirmala UI Semilight"/>
              </a:rPr>
              <a:t>Governance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framework and system ensuring that:</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Stakeholder needs, conditions and options are evaluated to determine balanced, agreed-on enterprise objectives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Strategic direction is set, and goals are prioritized and supported through appropriate, timely decision making</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Risk</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combination of the likelihood of an event and its impact</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Information security</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The enterprise discipline that protects information against disclosure to unauthorized users (confidentiality), improper modification (integrity), and non-availability when required (availability)</a:t>
            </a:r>
            <a:endParaRPr b="0" lang="en-CA" sz="1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Framework Integration View</a:t>
            </a:r>
            <a:endParaRPr b="0" lang="en-CA" sz="3600" spc="-1" strike="noStrike" cap="all">
              <a:solidFill>
                <a:srgbClr val="bf0041"/>
              </a:solidFill>
              <a:latin typeface="Leelawadee UI Semilight"/>
            </a:endParaRPr>
          </a:p>
        </p:txBody>
      </p:sp>
      <p:sp>
        <p:nvSpPr>
          <p:cNvPr id="365"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Purpose of integration</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The two domains complement each other to provide a more complete solution to managing, controlling and responding to potential risk and risk related events</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ISACA = governance lens: defines IT risk terminology, appetite, tolerance, and alignment with business strategy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DRI = execution lens: operationalizes resilience with lifecycle practices (assessment, BIA, incident response, testing, improvement)</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ISACA focuses on categorizing and governing IT risk end-to-end </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Value delivery, project delivery, operations, security</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DRI focuses on continuity and resilience execution</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Identify risks, perform BIAs, select strategies, develop and exercise plans, communicate, and coordinate externally</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ISACA tells you what needs to be governed and reported.</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DRI tells you how to operationalize resilience actions.</a:t>
            </a:r>
            <a:endParaRPr b="0" lang="en-CA" sz="18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Organizational Culture</a:t>
            </a:r>
            <a:endParaRPr b="0" lang="en-CA" sz="3600" spc="-1" strike="noStrike" cap="all">
              <a:solidFill>
                <a:srgbClr val="bf0041"/>
              </a:solidFill>
              <a:latin typeface="Leelawadee UI Semilight"/>
            </a:endParaRPr>
          </a:p>
        </p:txBody>
      </p:sp>
      <p:sp>
        <p:nvSpPr>
          <p:cNvPr id="367"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Culture issues in resilience and risk management</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Resilience and risk management are not just technical, they are organizational</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Systems and plans only work if the people in the enterprise value risk awareness, act responsibly, and follow through in a crisis</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Risk assessments are useful only when they are acted on</a:t>
            </a:r>
            <a:endParaRPr b="0" lang="en-CA" sz="18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Culture influences how risks are identified, reported, and addressed before they escalate</a:t>
            </a:r>
            <a:endParaRPr b="0" lang="en-CA" sz="1800" spc="-1" strike="noStrike">
              <a:latin typeface="Nirmala UI Semilight"/>
            </a:endParaRPr>
          </a:p>
          <a:p>
            <a:pPr marL="432000" indent="-324000">
              <a:spcBef>
                <a:spcPts val="1134"/>
              </a:spcBef>
              <a:buClr>
                <a:srgbClr val="000000"/>
              </a:buClr>
              <a:buSzPct val="45000"/>
              <a:buFont typeface="Wingdings" charset="2"/>
              <a:buChar char=""/>
            </a:pPr>
            <a:br>
              <a:rPr sz="2400"/>
            </a:b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Tone at the top</a:t>
            </a:r>
            <a:endParaRPr b="0" lang="en-CA" sz="3600" spc="-1" strike="noStrike" cap="all">
              <a:solidFill>
                <a:srgbClr val="bf0041"/>
              </a:solidFill>
              <a:latin typeface="Leelawadee UI Semilight"/>
            </a:endParaRPr>
          </a:p>
        </p:txBody>
      </p:sp>
      <p:sp>
        <p:nvSpPr>
          <p:cNvPr id="369"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Tone at the Top</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Defined as the attitude and actions of senior leadership toward governance, ethics, and risk management</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Sets the standard for acceptable behavior across the organization</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When executives model accountability and openness, employees are more likely to report issues and follow controls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lang="en-CA" sz="1400" spc="-1" strike="noStrike">
                <a:latin typeface="Nirmala UI Semilight"/>
              </a:rPr>
              <a:t>When leadership ignores or downplays risks, resilience suffers; incidents are hidden, controls bypassed, and recovery delayed</a:t>
            </a:r>
            <a:endParaRPr b="0" lang="en-CA" sz="1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Elements of risk aware and resilient culture</a:t>
            </a:r>
            <a:endParaRPr b="0" lang="en-CA" sz="18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Risk awareness:</a:t>
            </a:r>
            <a:r>
              <a:rPr b="0" lang="en-CA" sz="1400" spc="-1" strike="noStrike">
                <a:latin typeface="Nirmala UI Semilight"/>
              </a:rPr>
              <a:t> employees understand how their role affects risk and recovery</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Accountability:</a:t>
            </a:r>
            <a:r>
              <a:rPr b="0" lang="en-CA" sz="1400" spc="-1" strike="noStrike">
                <a:latin typeface="Nirmala UI Semilight"/>
              </a:rPr>
              <a:t> clear ownership of controls, incidents, and recovery actions</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Open communication:</a:t>
            </a:r>
            <a:r>
              <a:rPr b="0" lang="en-CA" sz="1400" spc="-1" strike="noStrike">
                <a:latin typeface="Nirmala UI Semilight"/>
              </a:rPr>
              <a:t> safe channels to escalate problems without fear</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Continuous learning:</a:t>
            </a:r>
            <a:r>
              <a:rPr b="0" lang="en-CA" sz="1400" spc="-1" strike="noStrike">
                <a:latin typeface="Nirmala UI Semilight"/>
              </a:rPr>
              <a:t> post-incident reviews are used to improve, not blame</a:t>
            </a:r>
            <a:endParaRPr b="0" lang="en-CA" sz="1400" spc="-1" strike="noStrike">
              <a:latin typeface="Nirmala UI Semilight"/>
            </a:endParaRPr>
          </a:p>
          <a:p>
            <a:pPr lvl="2" marL="1296000" indent="-288000">
              <a:spcBef>
                <a:spcPts val="850"/>
              </a:spcBef>
              <a:buClr>
                <a:srgbClr val="000000"/>
              </a:buClr>
              <a:buSzPct val="45000"/>
              <a:buFont typeface="Wingdings" charset="2"/>
              <a:buChar char=""/>
            </a:pPr>
            <a:r>
              <a:rPr b="0" i="1" lang="en-CA" sz="1400" spc="-1" strike="noStrike">
                <a:latin typeface="Nirmala UI Semilight"/>
              </a:rPr>
              <a:t>Ethics and trust</a:t>
            </a:r>
            <a:r>
              <a:rPr b="0" lang="en-CA" sz="1400" spc="-1" strike="noStrike">
                <a:latin typeface="Nirmala UI Semilight"/>
              </a:rPr>
              <a:t>: trust in leadership decisions builds collective commitment to recovery</a:t>
            </a:r>
            <a:endParaRPr b="0" lang="en-CA" sz="1400" spc="-1" strike="noStrike">
              <a:latin typeface="Nirmala UI Semilight"/>
            </a:endParaRPr>
          </a:p>
          <a:p>
            <a:pPr marL="432000" indent="-324000">
              <a:spcBef>
                <a:spcPts val="1134"/>
              </a:spcBef>
              <a:buClr>
                <a:srgbClr val="000000"/>
              </a:buClr>
              <a:buSzPct val="45000"/>
              <a:buFont typeface="Wingdings" charset="2"/>
              <a:buChar char=""/>
            </a:pPr>
            <a:endParaRPr b="0" lang="en-CA" sz="24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599760" y="-116280"/>
            <a:ext cx="10961640" cy="1247400"/>
          </a:xfrm>
          <a:prstGeom prst="rect">
            <a:avLst/>
          </a:prstGeom>
          <a:noFill/>
          <a:ln w="0">
            <a:noFill/>
          </a:ln>
        </p:spPr>
        <p:txBody>
          <a:bodyPr lIns="0" rIns="0" tIns="0" bIns="0" anchor="ctr">
            <a:noAutofit/>
          </a:bodyPr>
          <a:p>
            <a:r>
              <a:rPr b="0" lang="en-CA" sz="3600" spc="-1" strike="noStrike" cap="all">
                <a:solidFill>
                  <a:srgbClr val="bf0041"/>
                </a:solidFill>
                <a:latin typeface="Leelawadee UI Semilight"/>
              </a:rPr>
              <a:t>Tone at the top</a:t>
            </a:r>
            <a:endParaRPr b="0" lang="en-CA" sz="3600" spc="-1" strike="noStrike" cap="all">
              <a:solidFill>
                <a:srgbClr val="bf0041"/>
              </a:solidFill>
              <a:latin typeface="Leelawadee UI Semilight"/>
            </a:endParaRPr>
          </a:p>
        </p:txBody>
      </p:sp>
      <p:sp>
        <p:nvSpPr>
          <p:cNvPr id="371" name="PlaceHolder 2"/>
          <p:cNvSpPr>
            <a:spLocks noGrp="1"/>
          </p:cNvSpPr>
          <p:nvPr>
            <p:ph/>
          </p:nvPr>
        </p:nvSpPr>
        <p:spPr>
          <a:xfrm>
            <a:off x="424800" y="1051200"/>
            <a:ext cx="10994400" cy="5050800"/>
          </a:xfrm>
          <a:prstGeom prst="rect">
            <a:avLst/>
          </a:prstGeom>
          <a:noFill/>
          <a:ln w="0">
            <a:noFill/>
          </a:ln>
        </p:spPr>
        <p:txBody>
          <a:bodyPr lIns="0" rIns="0" tIns="0" bIns="0" anchor="t">
            <a:normAutofit/>
          </a:bodyPr>
          <a:p>
            <a:pPr marL="432000" indent="-324000">
              <a:spcBef>
                <a:spcPts val="1134"/>
              </a:spcBef>
              <a:buClr>
                <a:srgbClr val="000000"/>
              </a:buClr>
              <a:buSzPct val="45000"/>
              <a:buFont typeface="Wingdings" charset="2"/>
              <a:buChar char=""/>
            </a:pPr>
            <a:r>
              <a:rPr b="0" lang="en-CA" sz="2400" spc="-1" strike="noStrike">
                <a:latin typeface="Nirmala UI Semilight"/>
              </a:rPr>
              <a:t>Organizations with a strong resilience culture recover faster because employees already know</a:t>
            </a:r>
            <a:endParaRPr b="0" lang="en-CA" sz="2400" spc="-1" strike="noStrike">
              <a:latin typeface="Nirmala UI Semilight"/>
            </a:endParaRPr>
          </a:p>
          <a:p>
            <a:pPr lvl="1" marL="864000" indent="-324000">
              <a:spcBef>
                <a:spcPts val="567"/>
              </a:spcBef>
              <a:buClr>
                <a:srgbClr val="000000"/>
              </a:buClr>
              <a:buSzPct val="45000"/>
              <a:buFont typeface="Wingdings" charset="2"/>
              <a:buChar char=""/>
            </a:pPr>
            <a:r>
              <a:rPr b="0" lang="en-CA" sz="1800" spc="-1" strike="noStrike">
                <a:latin typeface="Nirmala UI Semilight"/>
              </a:rPr>
              <a:t>What matters, who decides, and how to act under stress</a:t>
            </a:r>
            <a:endParaRPr b="0" lang="en-CA" sz="1800" spc="-1" strike="noStrike">
              <a:latin typeface="Nirmala UI Semilight"/>
            </a:endParaRPr>
          </a:p>
        </p:txBody>
      </p:sp>
      <p:sp>
        <p:nvSpPr>
          <p:cNvPr id="4" name="PlaceHolder 3"/>
          <p:cNvSpPr>
            <a:spLocks noGrp="1"/>
          </p:cNvSpPr>
          <p:nvPr>
            <p:ph type="ftr" idx="11"/>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609480" y="152640"/>
            <a:ext cx="10050840" cy="728640"/>
          </a:xfrm>
          <a:prstGeom prst="rect">
            <a:avLst/>
          </a:prstGeom>
          <a:noFill/>
          <a:ln w="0">
            <a:noFill/>
          </a:ln>
        </p:spPr>
        <p:txBody>
          <a:bodyPr anchor="b">
            <a:normAutofit/>
          </a:bodyPr>
          <a:p>
            <a:pPr>
              <a:lnSpc>
                <a:spcPct val="100000"/>
              </a:lnSpc>
              <a:buNone/>
              <a:tabLst>
                <a:tab algn="l" pos="0"/>
              </a:tabLst>
            </a:pPr>
            <a:r>
              <a:rPr b="0" lang="en-US" sz="3600" spc="-60" strike="noStrike" cap="all">
                <a:solidFill>
                  <a:srgbClr val="d1282e"/>
                </a:solidFill>
                <a:latin typeface="Leelawadee UI Semilight"/>
              </a:rPr>
              <a:t>Q&amp;A and open discussion</a:t>
            </a:r>
            <a:endParaRPr b="0" lang="en-CA" sz="3600" spc="-1" strike="noStrike">
              <a:latin typeface="Arial"/>
            </a:endParaRPr>
          </a:p>
        </p:txBody>
      </p:sp>
      <p:pic>
        <p:nvPicPr>
          <p:cNvPr id="373" name="Content Placeholder 2" descr=""/>
          <p:cNvPicPr/>
          <p:nvPr/>
        </p:nvPicPr>
        <p:blipFill>
          <a:blip r:embed="rId1"/>
          <a:stretch/>
        </p:blipFill>
        <p:spPr>
          <a:xfrm>
            <a:off x="1647360" y="1073160"/>
            <a:ext cx="8083440" cy="5051880"/>
          </a:xfrm>
          <a:prstGeom prst="rect">
            <a:avLst/>
          </a:prstGeom>
          <a:ln w="0">
            <a:noFill/>
          </a:ln>
        </p:spPr>
      </p:pic>
      <p:sp>
        <p:nvSpPr>
          <p:cNvPr id="3" name="PlaceHolder 2"/>
          <p:cNvSpPr>
            <a:spLocks noGrp="1"/>
          </p:cNvSpPr>
          <p:nvPr>
            <p:ph type="ftr" idx="9"/>
          </p:nvPr>
        </p:nvSpPr>
        <p:spPr/>
        <p:txBody>
          <a:bodyPr/>
          <a:p>
            <a:r>
              <a:t>© 2025 Innovation In Software Corporation</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165621</TotalTime>
  <Application>LibreOffice/7.3.4.2$Windows_X86_64 LibreOffice_project/728fec16bd5f605073805c3c9e7c4212a0120dc5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2016-09-10T10:34:19Z</dcterms:created>
  <dc:creator>Donis Marshall</dc:creator>
  <dc:description/>
  <dc:language>en-CA</dc:language>
  <cp:lastModifiedBy>Rod Davison</cp:lastModifiedBy>
  <cp:lastPrinted>2025-10-02T15:25:35Z</cp:lastPrinted>
  <dcterms:modified xsi:type="dcterms:W3CDTF">2025-12-16T15:32:13Z</dcterms:modified>
  <cp:revision>8963</cp:revision>
  <dc:subject>Risk/Resiliency Bootcamp</dc:subject>
  <dc:title>2. Certification Domains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52</vt:r8>
  </property>
  <property fmtid="{D5CDD505-2E9C-101B-9397-08002B2CF9AE}" pid="3" name="PresentationFormat">
    <vt:lpwstr>Widescreen</vt:lpwstr>
  </property>
  <property fmtid="{D5CDD505-2E9C-101B-9397-08002B2CF9AE}" pid="4" name="Slides">
    <vt:r8>52</vt:r8>
  </property>
</Properties>
</file>