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16.xml.rels" ContentType="application/vnd.openxmlformats-package.relationships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_rels/slideLayout31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84.xml.rels" ContentType="application/vnd.openxmlformats-package.relationships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media/image1.jpeg" ContentType="image/jpeg"/>
  <Override PartName="/ppt/media/image3.png" ContentType="image/png"/>
  <Override PartName="/ppt/media/image2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jpeg" ContentType="image/jpe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</p:sldIdLst>
  <p:sldSz cx="12192000" cy="6858000"/>
  <p:notesSz cx="7010400" cy="9296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Click to move the slide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CA" sz="2000" spc="-1" strike="noStrike">
                <a:latin typeface="Arial"/>
              </a:rPr>
              <a:t>Click to edit the notes format</a:t>
            </a:r>
            <a:endParaRPr b="0" lang="en-CA" sz="2000" spc="-1" strike="noStrike"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CA" sz="1400" spc="-1" strike="noStrike">
                <a:latin typeface="Times New Roman"/>
              </a:rPr>
              <a:t>&lt;header&gt;</a:t>
            </a:r>
            <a:endParaRPr b="0" lang="en-CA" sz="1400" spc="-1" strike="noStrike">
              <a:latin typeface="Times New Roman"/>
            </a:endParaRPr>
          </a:p>
        </p:txBody>
      </p:sp>
      <p:sp>
        <p:nvSpPr>
          <p:cNvPr id="313" name="PlaceHolder 4"/>
          <p:cNvSpPr>
            <a:spLocks noGrp="1"/>
          </p:cNvSpPr>
          <p:nvPr>
            <p:ph type="dt" idx="20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CA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CA" sz="1400" spc="-1" strike="noStrike">
                <a:latin typeface="Times New Roman"/>
              </a:rPr>
              <a:t>&lt;date/time&gt;</a:t>
            </a:r>
            <a:endParaRPr b="0" lang="en-CA" sz="1400" spc="-1" strike="noStrike">
              <a:latin typeface="Times New Roman"/>
            </a:endParaRPr>
          </a:p>
        </p:txBody>
      </p:sp>
      <p:sp>
        <p:nvSpPr>
          <p:cNvPr id="314" name="PlaceHolder 5"/>
          <p:cNvSpPr>
            <a:spLocks noGrp="1"/>
          </p:cNvSpPr>
          <p:nvPr>
            <p:ph type="ftr" idx="21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CA" sz="1400" spc="-1" strike="noStrike">
                <a:latin typeface="Times New Roman"/>
              </a:defRPr>
            </a:lvl1pPr>
          </a:lstStyle>
          <a:p>
            <a:r>
              <a:rPr b="0" lang="en-CA" sz="1400" spc="-1" strike="noStrike">
                <a:latin typeface="Times New Roman"/>
              </a:rPr>
              <a:t>&lt;footer&gt;</a:t>
            </a:r>
            <a:endParaRPr b="0" lang="en-CA" sz="1400" spc="-1" strike="noStrike">
              <a:latin typeface="Times New Roman"/>
            </a:endParaRPr>
          </a:p>
        </p:txBody>
      </p:sp>
      <p:sp>
        <p:nvSpPr>
          <p:cNvPr id="315" name="PlaceHolder 6"/>
          <p:cNvSpPr>
            <a:spLocks noGrp="1"/>
          </p:cNvSpPr>
          <p:nvPr>
            <p:ph type="sldNum" idx="22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CA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708C23DD-60E9-4C7D-926D-9221E1A978B2}" type="slidenum">
              <a:rPr b="0" lang="en-CA" sz="1400" spc="-1" strike="noStrike">
                <a:latin typeface="Times New Roman"/>
              </a:rPr>
              <a:t>&lt;number&gt;</a:t>
            </a:fld>
            <a:endParaRPr b="0" lang="en-CA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700920" y="4473720"/>
            <a:ext cx="5607360" cy="365940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t">
            <a:noAutofit/>
          </a:bodyPr>
          <a:p>
            <a:pPr marL="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CA" sz="2000" spc="-1" strike="noStrike">
              <a:latin typeface="Arial"/>
            </a:endParaRPr>
          </a:p>
          <a:p>
            <a:pPr marL="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CA" sz="2000" spc="-1" strike="noStrike">
              <a:latin typeface="Arial"/>
            </a:endParaRPr>
          </a:p>
          <a:p>
            <a:pPr marL="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CA" sz="2000" spc="-1" strike="noStrike"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24"/>
          </p:nvPr>
        </p:nvSpPr>
        <p:spPr>
          <a:xfrm>
            <a:off x="3970800" y="8830080"/>
            <a:ext cx="3036600" cy="46548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E0F3068D-B153-48A1-913F-85908FF12B1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CA" sz="12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360" cy="36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700920" y="4473720"/>
            <a:ext cx="5607360" cy="365940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t">
            <a:noAutofit/>
          </a:bodyPr>
          <a:p>
            <a:pPr marL="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Nirmala UI Semilight"/>
              </a:rPr>
              <a:t>Now is the time to engage in an interactive Q&amp;A session where you can ask questions, share insights, and clarify any doubts about the topics we have covered so far.</a:t>
            </a:r>
            <a:endParaRPr b="0" lang="en-CA" sz="1200" spc="-1" strike="noStrike">
              <a:latin typeface="Arial"/>
            </a:endParaRPr>
          </a:p>
          <a:p>
            <a:pPr marL="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Nirmala UI Semilight"/>
              </a:rPr>
              <a:t>This open discussion is designed to ensure that every participant has the opportunity to voice their thoughts and learn from the collective experience of the group.</a:t>
            </a:r>
            <a:endParaRPr b="0" lang="en-CA" sz="1200" spc="-1" strike="noStrike">
              <a:latin typeface="Arial"/>
            </a:endParaRPr>
          </a:p>
          <a:p>
            <a:pPr marL="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Nirmala UI Semilight"/>
              </a:rPr>
              <a:t>Your questions and comments are valuable as they help us identify areas that may need further explanation and enable us to tailor future sessions to your needs.</a:t>
            </a:r>
            <a:endParaRPr b="0" lang="en-CA" sz="1200" spc="-1" strike="noStrike">
              <a:latin typeface="Arial"/>
            </a:endParaRPr>
          </a:p>
          <a:p>
            <a:pPr marL="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Nirmala UI Semilight"/>
              </a:rPr>
              <a:t>We encourage you to speak up and contribute to the dialogue, as this interaction is one of the key components of our interactive learning approach.</a:t>
            </a:r>
            <a:endParaRPr b="0" lang="en-CA" sz="1200" spc="-1" strike="noStrike">
              <a:latin typeface="Arial"/>
            </a:endParaRPr>
          </a:p>
          <a:p>
            <a:pPr marL="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Nirmala UI Semilight"/>
              </a:rPr>
              <a:t>As the session progresses, take note of any questions or ideas that you would like to revisit, and feel free to share your perspectives with the class.</a:t>
            </a:r>
            <a:endParaRPr b="0" lang="en-CA" sz="1200" spc="-1" strike="noStrike"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25"/>
          </p:nvPr>
        </p:nvSpPr>
        <p:spPr>
          <a:xfrm>
            <a:off x="3970800" y="8830080"/>
            <a:ext cx="3036600" cy="46548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51E05EF1-1548-41F3-8150-1EA902E3E1A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CA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176B5E5-1BB8-4852-96C0-A4687B4A2D5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686F474-0CC6-489E-96B4-A6DF96E1455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3E5D167-539D-448E-9BA3-0B09A6C6F92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6F1814D-B5FF-42F9-B837-C331DEEE6E3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671BE65-A7E1-4B08-A67B-BE4CD9C18CD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subTitle"/>
          </p:nvPr>
        </p:nvSpPr>
        <p:spPr>
          <a:xfrm>
            <a:off x="609480" y="152640"/>
            <a:ext cx="8012160" cy="337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AEB7F30-5741-4120-AEDD-987E3CC4844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079CB3A-77BE-4DB5-8452-F43C5F826E4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E2E430C-871A-4CFA-A3CF-C13B5DD1428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E84F7BD-DC09-43A0-AFDB-7A495A83C9F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D70AEDD-23BF-4E2A-9FE4-9F4C8FD4930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F908881-E95A-477E-BE19-45D71F3DE69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/>
          </p:nvPr>
        </p:nvSpPr>
        <p:spPr>
          <a:xfrm>
            <a:off x="404424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/>
          </p:nvPr>
        </p:nvSpPr>
        <p:spPr>
          <a:xfrm>
            <a:off x="747936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/>
          </p:nvPr>
        </p:nvSpPr>
        <p:spPr>
          <a:xfrm>
            <a:off x="60948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/>
          </p:nvPr>
        </p:nvSpPr>
        <p:spPr>
          <a:xfrm>
            <a:off x="404424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/>
          </p:nvPr>
        </p:nvSpPr>
        <p:spPr>
          <a:xfrm>
            <a:off x="747936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7A8E495-FF9E-4B4A-B47A-B25BDC67A2E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01B9BDD-39FA-4E64-8D44-3CFAFB47EAB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subTitle"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ED1DE81-5281-425E-87F7-4B0926FFC82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CF47707-8073-4472-94D8-7884688CC0B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435C1BD-71F0-40AE-B2B2-3C93AC36A02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962D02F-C770-40D3-8846-3488FD08824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ubTitle"/>
          </p:nvPr>
        </p:nvSpPr>
        <p:spPr>
          <a:xfrm>
            <a:off x="609480" y="152640"/>
            <a:ext cx="8012160" cy="337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266A18A-02A5-403C-9BD2-1E19FA4C290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DC0999A-04D4-4B62-87DD-2E6C5581275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94B37AD-1A81-46FE-9A19-59E315BFF0D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53FEF52-CFD8-4BBA-952B-4101C7423D7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DE038F7-3279-4E08-8464-954BE8ECCD9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D19778C-3449-40F3-A148-DBDDA13A0E1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/>
          </p:nvPr>
        </p:nvSpPr>
        <p:spPr>
          <a:xfrm>
            <a:off x="404424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/>
          </p:nvPr>
        </p:nvSpPr>
        <p:spPr>
          <a:xfrm>
            <a:off x="747936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/>
          </p:nvPr>
        </p:nvSpPr>
        <p:spPr>
          <a:xfrm>
            <a:off x="60948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88" name="PlaceHolder 6"/>
          <p:cNvSpPr>
            <a:spLocks noGrp="1"/>
          </p:cNvSpPr>
          <p:nvPr>
            <p:ph/>
          </p:nvPr>
        </p:nvSpPr>
        <p:spPr>
          <a:xfrm>
            <a:off x="404424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89" name="PlaceHolder 7"/>
          <p:cNvSpPr>
            <a:spLocks noGrp="1"/>
          </p:cNvSpPr>
          <p:nvPr>
            <p:ph/>
          </p:nvPr>
        </p:nvSpPr>
        <p:spPr>
          <a:xfrm>
            <a:off x="747936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E470416-8E63-4B29-95E6-4BDB8C654DE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C066827-7FDF-4B57-9B32-B73CECF98380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subTitle"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28A200F-2B22-43B8-9DA6-16A10E440B0E}" type="slidenum">
              <a:t>&lt;#&gt;</a:t>
            </a:fld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D429A4F-C850-40A9-9A7B-93A54947D02B}" type="slidenum">
              <a:t>&lt;#&gt;</a:t>
            </a:fld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B6D9286-F38B-48AD-9538-399CA54B34C1}" type="slidenum">
              <a:t>&lt;#&gt;</a:t>
            </a:fld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19491C6-CEA0-4DC1-AC4F-D8565672CDA5}" type="slidenum">
              <a:t>&lt;#&gt;</a:t>
            </a:fld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subTitle"/>
          </p:nvPr>
        </p:nvSpPr>
        <p:spPr>
          <a:xfrm>
            <a:off x="609480" y="152640"/>
            <a:ext cx="8012160" cy="337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AE410DB-0CA7-4E5D-9045-70673858BFBA}" type="slidenum">
              <a:t>&lt;#&gt;</a:t>
            </a:fld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DAB9AC14-F276-4659-ABB6-435203E92618}" type="slidenum">
              <a:t>&lt;#&gt;</a:t>
            </a:fld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C12E588-0F0C-4D04-AE5A-C5725376324D}" type="slidenum">
              <a:t>&lt;#&gt;</a:t>
            </a:fld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7125365-9F45-4623-BEC7-0B3F82DB03EA}" type="slidenum">
              <a:t>&lt;#&gt;</a:t>
            </a:fld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A0AB5D9-F7A5-45B9-B37A-74A8B682C1F7}" type="slidenum">
              <a:t>&lt;#&gt;</a:t>
            </a:fld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24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25" name="PlaceHolder 5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42CC177-C4F4-4F78-99E9-5328B82465DD}" type="slidenum">
              <a:t>&lt;#&gt;</a:t>
            </a:fld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/>
          </p:nvPr>
        </p:nvSpPr>
        <p:spPr>
          <a:xfrm>
            <a:off x="404424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/>
          </p:nvPr>
        </p:nvSpPr>
        <p:spPr>
          <a:xfrm>
            <a:off x="747936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30" name="PlaceHolder 5"/>
          <p:cNvSpPr>
            <a:spLocks noGrp="1"/>
          </p:cNvSpPr>
          <p:nvPr>
            <p:ph/>
          </p:nvPr>
        </p:nvSpPr>
        <p:spPr>
          <a:xfrm>
            <a:off x="60948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31" name="PlaceHolder 6"/>
          <p:cNvSpPr>
            <a:spLocks noGrp="1"/>
          </p:cNvSpPr>
          <p:nvPr>
            <p:ph/>
          </p:nvPr>
        </p:nvSpPr>
        <p:spPr>
          <a:xfrm>
            <a:off x="404424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32" name="PlaceHolder 7"/>
          <p:cNvSpPr>
            <a:spLocks noGrp="1"/>
          </p:cNvSpPr>
          <p:nvPr>
            <p:ph/>
          </p:nvPr>
        </p:nvSpPr>
        <p:spPr>
          <a:xfrm>
            <a:off x="747936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0BA8298-554D-4490-99FE-660153D74727}" type="slidenum">
              <a:t>&lt;#&gt;</a:t>
            </a:fld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04191E71-079F-4BB1-AE52-FABC5136B00D}" type="slidenum">
              <a:t>&lt;#&gt;</a:t>
            </a:fld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 type="subTitle"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1F771F74-E550-4A7E-BA70-85FE091F2A8F}" type="slidenum">
              <a:t>&lt;#&gt;</a:t>
            </a:fld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BA257A96-59E0-45FB-BCEF-7B2EAC4EA0F3}" type="slidenum">
              <a:t>&lt;#&gt;</a:t>
            </a:fld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F5F887F5-AAEB-45FF-9208-0DF9ED2FEAE9}" type="slidenum">
              <a:t>&lt;#&gt;</a:t>
            </a:fld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1B6364E5-49BC-49F0-8E8E-ECF5D309F94E}" type="slidenum">
              <a:t>&lt;#&gt;</a:t>
            </a:fld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subTitle"/>
          </p:nvPr>
        </p:nvSpPr>
        <p:spPr>
          <a:xfrm>
            <a:off x="609480" y="152640"/>
            <a:ext cx="8012160" cy="337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28F6309D-B22D-4136-A0B3-475C2F1741CA}" type="slidenum">
              <a:t>&lt;#&gt;</a:t>
            </a:fld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51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024B30F4-0F31-4700-A3C8-281B76316707}" type="slidenum">
              <a:t>&lt;#&gt;</a:t>
            </a:fld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42DF8B94-65DE-41E4-8991-F316223F6A09}" type="slidenum">
              <a:t>&lt;#&gt;</a:t>
            </a:fld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E9D5ABED-5B2A-4666-958F-B59D9B087AB6}" type="slidenum">
              <a:t>&lt;#&gt;</a:t>
            </a:fld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BF298DEC-7D22-4149-9E31-792D656CB741}" type="slidenum">
              <a:t>&lt;#&gt;</a:t>
            </a:fld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66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67" name="PlaceHolder 5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00B64DCA-CC39-4E36-803D-D5D99B87B604}" type="slidenum">
              <a:t>&lt;#&gt;</a:t>
            </a:fld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/>
          </p:nvPr>
        </p:nvSpPr>
        <p:spPr>
          <a:xfrm>
            <a:off x="404424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/>
          </p:nvPr>
        </p:nvSpPr>
        <p:spPr>
          <a:xfrm>
            <a:off x="747936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72" name="PlaceHolder 5"/>
          <p:cNvSpPr>
            <a:spLocks noGrp="1"/>
          </p:cNvSpPr>
          <p:nvPr>
            <p:ph/>
          </p:nvPr>
        </p:nvSpPr>
        <p:spPr>
          <a:xfrm>
            <a:off x="60948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73" name="PlaceHolder 6"/>
          <p:cNvSpPr>
            <a:spLocks noGrp="1"/>
          </p:cNvSpPr>
          <p:nvPr>
            <p:ph/>
          </p:nvPr>
        </p:nvSpPr>
        <p:spPr>
          <a:xfrm>
            <a:off x="404424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74" name="PlaceHolder 7"/>
          <p:cNvSpPr>
            <a:spLocks noGrp="1"/>
          </p:cNvSpPr>
          <p:nvPr>
            <p:ph/>
          </p:nvPr>
        </p:nvSpPr>
        <p:spPr>
          <a:xfrm>
            <a:off x="747936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6435D3D9-FF72-4C69-8212-F1537A90CBBB}" type="slidenum">
              <a:t>&lt;#&gt;</a:t>
            </a:fld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4DAF19F-192D-44CD-9743-71FC2BAFCFC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subTitle"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DB1D370-DDE1-4656-A21D-23E636B9B02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A5C7115-5F84-49D8-82F0-3D2D05F133E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201403C-3E19-4272-96C3-3FBDB8052AD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F3A8E432-E271-4BCE-A418-C2363D869C6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subTitle"/>
          </p:nvPr>
        </p:nvSpPr>
        <p:spPr>
          <a:xfrm>
            <a:off x="609480" y="152640"/>
            <a:ext cx="8012160" cy="337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802D33B-C66A-4B69-8F84-39A8C918051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96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D2F295B-FD04-40BB-B7B6-01B50D4ECE1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00" name="PlaceHolder 4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0E3833F-9346-4F71-B0E3-CB16634675E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04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CDD22B2-4E82-4107-834D-8D3FBE3B525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B176CA9-21A7-4668-BD37-2E328693048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11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12" name="PlaceHolder 5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80B968B-92A5-4BA1-B2BD-640B5797A1D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/>
          </p:nvPr>
        </p:nvSpPr>
        <p:spPr>
          <a:xfrm>
            <a:off x="404424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16" name="PlaceHolder 4"/>
          <p:cNvSpPr>
            <a:spLocks noGrp="1"/>
          </p:cNvSpPr>
          <p:nvPr>
            <p:ph/>
          </p:nvPr>
        </p:nvSpPr>
        <p:spPr>
          <a:xfrm>
            <a:off x="747936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17" name="PlaceHolder 5"/>
          <p:cNvSpPr>
            <a:spLocks noGrp="1"/>
          </p:cNvSpPr>
          <p:nvPr>
            <p:ph/>
          </p:nvPr>
        </p:nvSpPr>
        <p:spPr>
          <a:xfrm>
            <a:off x="60948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18" name="PlaceHolder 6"/>
          <p:cNvSpPr>
            <a:spLocks noGrp="1"/>
          </p:cNvSpPr>
          <p:nvPr>
            <p:ph/>
          </p:nvPr>
        </p:nvSpPr>
        <p:spPr>
          <a:xfrm>
            <a:off x="404424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19" name="PlaceHolder 7"/>
          <p:cNvSpPr>
            <a:spLocks noGrp="1"/>
          </p:cNvSpPr>
          <p:nvPr>
            <p:ph/>
          </p:nvPr>
        </p:nvSpPr>
        <p:spPr>
          <a:xfrm>
            <a:off x="747936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6ADFB96-5FE8-416C-BD4E-3E5F446CFA4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AA291C0E-6696-4547-90AB-63F680F17F3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 type="subTitle"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9AA761F3-62CF-4BB1-B886-F811B82449D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36F687CE-F241-445B-A91B-E16AC675523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3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3AE013CD-910F-4578-9B37-16B23AB646E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CEC2AEBF-37E3-4442-AF91-BDDBD3531E0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subTitle"/>
          </p:nvPr>
        </p:nvSpPr>
        <p:spPr>
          <a:xfrm>
            <a:off x="609480" y="152640"/>
            <a:ext cx="8012160" cy="337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4FE154EF-CCC5-4E64-A6E6-59BD9F813B8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41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323411C5-106A-462A-9DE2-8CAE4DDAA25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45" name="PlaceHolder 4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7979C286-4C4C-428E-8375-B00DBF9AC51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49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9AFC6FA4-2592-44C9-9824-C2CE004E903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C711D2EE-349C-4E2D-9C42-8D7435993B0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56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57" name="PlaceHolder 5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B4769B5B-C8F8-4B5C-AFA8-2578892E5BC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/>
          </p:nvPr>
        </p:nvSpPr>
        <p:spPr>
          <a:xfrm>
            <a:off x="404424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61" name="PlaceHolder 4"/>
          <p:cNvSpPr>
            <a:spLocks noGrp="1"/>
          </p:cNvSpPr>
          <p:nvPr>
            <p:ph/>
          </p:nvPr>
        </p:nvSpPr>
        <p:spPr>
          <a:xfrm>
            <a:off x="747936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62" name="PlaceHolder 5"/>
          <p:cNvSpPr>
            <a:spLocks noGrp="1"/>
          </p:cNvSpPr>
          <p:nvPr>
            <p:ph/>
          </p:nvPr>
        </p:nvSpPr>
        <p:spPr>
          <a:xfrm>
            <a:off x="60948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63" name="PlaceHolder 6"/>
          <p:cNvSpPr>
            <a:spLocks noGrp="1"/>
          </p:cNvSpPr>
          <p:nvPr>
            <p:ph/>
          </p:nvPr>
        </p:nvSpPr>
        <p:spPr>
          <a:xfrm>
            <a:off x="404424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64" name="PlaceHolder 7"/>
          <p:cNvSpPr>
            <a:spLocks noGrp="1"/>
          </p:cNvSpPr>
          <p:nvPr>
            <p:ph/>
          </p:nvPr>
        </p:nvSpPr>
        <p:spPr>
          <a:xfrm>
            <a:off x="747936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3EEAC297-0BE9-47BC-912E-A31FFF83778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034BA932-B352-4D81-85A6-73AC5576ADA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75" name="PlaceHolder 2"/>
          <p:cNvSpPr>
            <a:spLocks noGrp="1"/>
          </p:cNvSpPr>
          <p:nvPr>
            <p:ph type="subTitle"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FAAAC2CA-CEFE-47FC-BA47-503961344EA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77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70CBC8B1-15A4-4C55-96B6-E1D9C9C7018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7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1EC38DE4-9740-4BFE-9DBA-9CF9E3986CD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DA4932AE-6F1B-47FA-AB7A-F976785E29D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subTitle"/>
          </p:nvPr>
        </p:nvSpPr>
        <p:spPr>
          <a:xfrm>
            <a:off x="609480" y="152640"/>
            <a:ext cx="8012160" cy="337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917FEDC4-8C0F-4E13-836D-FDA3595E6EA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8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86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0A7BD9F5-F7EB-4CF1-86F4-9ED529D71C6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88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90" name="PlaceHolder 4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A4C63DCC-A59A-4700-8722-AC03CD6A071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94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5DAFB231-78C7-4C96-8D80-6BD30F8B35A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96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88BC81B4-AF09-429B-8F2A-E9085B5011F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9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01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02" name="PlaceHolder 5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1FEE8B44-0DF2-446A-AD57-FD9CAEAE3DE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0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05" name="PlaceHolder 3"/>
          <p:cNvSpPr>
            <a:spLocks noGrp="1"/>
          </p:cNvSpPr>
          <p:nvPr>
            <p:ph/>
          </p:nvPr>
        </p:nvSpPr>
        <p:spPr>
          <a:xfrm>
            <a:off x="404424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06" name="PlaceHolder 4"/>
          <p:cNvSpPr>
            <a:spLocks noGrp="1"/>
          </p:cNvSpPr>
          <p:nvPr>
            <p:ph/>
          </p:nvPr>
        </p:nvSpPr>
        <p:spPr>
          <a:xfrm>
            <a:off x="747936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07" name="PlaceHolder 5"/>
          <p:cNvSpPr>
            <a:spLocks noGrp="1"/>
          </p:cNvSpPr>
          <p:nvPr>
            <p:ph/>
          </p:nvPr>
        </p:nvSpPr>
        <p:spPr>
          <a:xfrm>
            <a:off x="60948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08" name="PlaceHolder 6"/>
          <p:cNvSpPr>
            <a:spLocks noGrp="1"/>
          </p:cNvSpPr>
          <p:nvPr>
            <p:ph/>
          </p:nvPr>
        </p:nvSpPr>
        <p:spPr>
          <a:xfrm>
            <a:off x="404424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09" name="PlaceHolder 7"/>
          <p:cNvSpPr>
            <a:spLocks noGrp="1"/>
          </p:cNvSpPr>
          <p:nvPr>
            <p:ph/>
          </p:nvPr>
        </p:nvSpPr>
        <p:spPr>
          <a:xfrm>
            <a:off x="747936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7064CC3F-418F-4178-8AB2-EC58702F887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9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3.xml"/><Relationship Id="rId3" Type="http://schemas.openxmlformats.org/officeDocument/2006/relationships/slideLayout" Target="../slideLayouts/slideLayout74.xml"/><Relationship Id="rId4" Type="http://schemas.openxmlformats.org/officeDocument/2006/relationships/slideLayout" Target="../slideLayouts/slideLayout75.xml"/><Relationship Id="rId5" Type="http://schemas.openxmlformats.org/officeDocument/2006/relationships/slideLayout" Target="../slideLayouts/slideLayout76.xml"/><Relationship Id="rId6" Type="http://schemas.openxmlformats.org/officeDocument/2006/relationships/slideLayout" Target="../slideLayouts/slideLayout77.xml"/><Relationship Id="rId7" Type="http://schemas.openxmlformats.org/officeDocument/2006/relationships/slideLayout" Target="../slideLayouts/slideLayout78.xml"/><Relationship Id="rId8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3.xml"/><Relationship Id="rId13" Type="http://schemas.openxmlformats.org/officeDocument/2006/relationships/slideLayout" Target="../slideLayouts/slideLayout8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6" hidden="1"/>
          <p:cNvSpPr/>
          <p:nvPr/>
        </p:nvSpPr>
        <p:spPr>
          <a:xfrm>
            <a:off x="12001320" y="0"/>
            <a:ext cx="189360" cy="1370520"/>
          </a:xfrm>
          <a:prstGeom prst="rect">
            <a:avLst/>
          </a:prstGeom>
          <a:solidFill>
            <a:srgbClr val="d1282e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Rectangle 7" hidden="1"/>
          <p:cNvSpPr/>
          <p:nvPr/>
        </p:nvSpPr>
        <p:spPr>
          <a:xfrm>
            <a:off x="12001320" y="1371600"/>
            <a:ext cx="189360" cy="5485320"/>
          </a:xfrm>
          <a:prstGeom prst="rect">
            <a:avLst/>
          </a:prstGeom>
          <a:solidFill>
            <a:srgbClr val="000000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Rectangle 8"/>
          <p:cNvSpPr/>
          <p:nvPr/>
        </p:nvSpPr>
        <p:spPr>
          <a:xfrm>
            <a:off x="12001320" y="4846320"/>
            <a:ext cx="189360" cy="2010600"/>
          </a:xfrm>
          <a:prstGeom prst="rect">
            <a:avLst/>
          </a:prstGeom>
          <a:solidFill>
            <a:srgbClr val="d1282e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" name="Rectangle 9"/>
          <p:cNvSpPr/>
          <p:nvPr/>
        </p:nvSpPr>
        <p:spPr>
          <a:xfrm>
            <a:off x="12001320" y="0"/>
            <a:ext cx="189360" cy="4845240"/>
          </a:xfrm>
          <a:prstGeom prst="rect">
            <a:avLst/>
          </a:prstGeom>
          <a:solidFill>
            <a:srgbClr val="000000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Click to edit the title text format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ftr" idx="1"/>
          </p:nvPr>
        </p:nvSpPr>
        <p:spPr>
          <a:xfrm>
            <a:off x="609480" y="6492960"/>
            <a:ext cx="4570920" cy="282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CA" sz="10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10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CA" sz="1000" spc="-1" strike="noStrike">
              <a:latin typeface="Times New Roman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sldNum" idx="2"/>
          </p:nvPr>
        </p:nvSpPr>
        <p:spPr>
          <a:xfrm rot="16200000">
            <a:off x="11188800" y="5825520"/>
            <a:ext cx="1314720" cy="485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1" lang="en-US" sz="2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75E6B8EE-ADB1-45A2-A243-8F9EE7393511}" type="slidenum">
              <a:rPr b="1" lang="en-US" sz="24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CA" sz="2400" spc="-1" strike="noStrike"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3"/>
          </p:nvPr>
        </p:nvSpPr>
        <p:spPr>
          <a:xfrm>
            <a:off x="609480" y="6172200"/>
            <a:ext cx="4570920" cy="303840"/>
          </a:xfrm>
          <a:prstGeom prst="rect">
            <a:avLst/>
          </a:prstGeom>
          <a:noFill/>
          <a:ln w="0">
            <a:noFill/>
          </a:ln>
        </p:spPr>
        <p:txBody>
          <a:bodyPr bIns="0" anchor="b">
            <a:noAutofit/>
          </a:bodyPr>
          <a:lstStyle>
            <a:lvl1pPr>
              <a:defRPr b="0" lang="en-CA" sz="1400" spc="-1" strike="noStrike">
                <a:latin typeface="Times New Roman"/>
              </a:defRPr>
            </a:lvl1pPr>
          </a:lstStyle>
          <a:p>
            <a:r>
              <a:rPr b="0" lang="en-CA" sz="1400" spc="-1" strike="noStrike">
                <a:latin typeface="Times New Roman"/>
              </a:rPr>
              <a:t>&lt;date/time&gt;</a:t>
            </a:r>
            <a:endParaRPr b="0" lang="en-CA" sz="1400" spc="-1" strike="noStrike"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body"/>
          </p:nvPr>
        </p:nvSpPr>
        <p:spPr>
          <a:xfrm>
            <a:off x="424800" y="1015200"/>
            <a:ext cx="10994400" cy="505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Click to edit the outline text format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Second Outline Level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Third Outline Level</a:t>
            </a:r>
            <a:endParaRPr b="0" lang="en-CA" sz="1400" spc="-1" strike="noStrike">
              <a:latin typeface="Nirmala UI Semilight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latin typeface="Nirmala UI Semilight"/>
              </a:rPr>
              <a:t>Fourth Outline Level</a:t>
            </a:r>
            <a:endParaRPr b="0" lang="en-CA" sz="2000" spc="-1" strike="noStrike">
              <a:latin typeface="Nirmala UI Semilight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Fifth Outline Level</a:t>
            </a:r>
            <a:endParaRPr b="0" lang="en-CA" sz="2000" spc="-1" strike="noStrike">
              <a:latin typeface="Nirmala UI Semilight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Sixth Outline Level</a:t>
            </a:r>
            <a:endParaRPr b="0" lang="en-CA" sz="2000" spc="-1" strike="noStrike">
              <a:latin typeface="Nirmala UI Semilight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Seventh Outline Level</a:t>
            </a:r>
            <a:endParaRPr b="0" lang="en-CA" sz="2000" spc="-1" strike="noStrike">
              <a:latin typeface="Nirmala UI Semiligh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6"/>
          <p:cNvSpPr/>
          <p:nvPr/>
        </p:nvSpPr>
        <p:spPr>
          <a:xfrm>
            <a:off x="12001320" y="0"/>
            <a:ext cx="189360" cy="1370520"/>
          </a:xfrm>
          <a:prstGeom prst="rect">
            <a:avLst/>
          </a:prstGeom>
          <a:solidFill>
            <a:srgbClr val="d1282e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Rectangle 7"/>
          <p:cNvSpPr/>
          <p:nvPr/>
        </p:nvSpPr>
        <p:spPr>
          <a:xfrm>
            <a:off x="12001320" y="1371600"/>
            <a:ext cx="189360" cy="5485320"/>
          </a:xfrm>
          <a:prstGeom prst="rect">
            <a:avLst/>
          </a:prstGeom>
          <a:solidFill>
            <a:srgbClr val="000000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cxnSp>
        <p:nvCxnSpPr>
          <p:cNvPr id="47" name="Straight Connector 8"/>
          <p:cNvCxnSpPr/>
          <p:nvPr/>
        </p:nvCxnSpPr>
        <p:spPr>
          <a:xfrm>
            <a:off x="6663240" y="1656720"/>
            <a:ext cx="1080" cy="4444920"/>
          </a:xfrm>
          <a:prstGeom prst="straightConnector1">
            <a:avLst/>
          </a:prstGeom>
          <a:ln w="9360">
            <a:solidFill>
              <a:srgbClr val="9d1e23"/>
            </a:solidFill>
            <a:round/>
          </a:ln>
        </p:spPr>
      </p:cxnSp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Click to edit the title text format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Click to edit the outline text format</a:t>
            </a:r>
            <a:endParaRPr b="0" lang="en-CA" sz="20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"/>
            </a:pPr>
            <a:r>
              <a:rPr b="0" lang="en-CA" sz="1600" spc="-1" strike="noStrike">
                <a:latin typeface="Nirmala UI Semilight"/>
              </a:rPr>
              <a:t>Second Outline Level</a:t>
            </a:r>
            <a:endParaRPr b="0" lang="en-CA" sz="1600" spc="-1" strike="noStrike">
              <a:latin typeface="Nirmala UI Semilight"/>
            </a:endParaRPr>
          </a:p>
          <a:p>
            <a:pPr lvl="2" marL="1296000" indent="-288000"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Third Outline Level</a:t>
            </a:r>
            <a:endParaRPr b="0" lang="en-CA" sz="1400" spc="-1" strike="noStrike">
              <a:latin typeface="Nirmala UI Semilight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latin typeface="Nirmala UI Semilight"/>
              </a:rPr>
              <a:t>Fourth Outline Level</a:t>
            </a:r>
            <a:endParaRPr b="0" lang="en-CA" sz="2000" spc="-1" strike="noStrike">
              <a:latin typeface="Nirmala UI Semilight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Fifth Outline Level</a:t>
            </a:r>
            <a:endParaRPr b="0" lang="en-CA" sz="2000" spc="-1" strike="noStrike">
              <a:latin typeface="Nirmala UI Semilight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Sixth Outline Level</a:t>
            </a:r>
            <a:endParaRPr b="0" lang="en-CA" sz="2000" spc="-1" strike="noStrike">
              <a:latin typeface="Nirmala UI Semilight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Seventh Outline Level</a:t>
            </a:r>
            <a:endParaRPr b="0" lang="en-CA" sz="2000" spc="-1" strike="noStrike">
              <a:latin typeface="Nirmala UI Semilight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581544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Click to edit the outline text format</a:t>
            </a:r>
            <a:endParaRPr b="0" lang="en-CA" sz="20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"/>
            </a:pPr>
            <a:r>
              <a:rPr b="0" lang="en-CA" sz="1600" spc="-1" strike="noStrike">
                <a:latin typeface="Nirmala UI Semilight"/>
              </a:rPr>
              <a:t>Second Outline Level</a:t>
            </a:r>
            <a:endParaRPr b="0" lang="en-CA" sz="1600" spc="-1" strike="noStrike">
              <a:latin typeface="Nirmala UI Semilight"/>
            </a:endParaRPr>
          </a:p>
          <a:p>
            <a:pPr lvl="2" marL="1296000" indent="-288000"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Third Outline Level</a:t>
            </a:r>
            <a:endParaRPr b="0" lang="en-CA" sz="1400" spc="-1" strike="noStrike">
              <a:latin typeface="Nirmala UI Semilight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latin typeface="Nirmala UI Semilight"/>
              </a:rPr>
              <a:t>Fourth Outline Level</a:t>
            </a:r>
            <a:endParaRPr b="0" lang="en-CA" sz="2000" spc="-1" strike="noStrike">
              <a:latin typeface="Nirmala UI Semilight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Fifth Outline Level</a:t>
            </a:r>
            <a:endParaRPr b="0" lang="en-CA" sz="2000" spc="-1" strike="noStrike">
              <a:latin typeface="Nirmala UI Semilight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Sixth Outline Level</a:t>
            </a:r>
            <a:endParaRPr b="0" lang="en-CA" sz="2000" spc="-1" strike="noStrike">
              <a:latin typeface="Nirmala UI Semilight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Seventh Outline Level</a:t>
            </a:r>
            <a:endParaRPr b="0" lang="en-CA" sz="2000" spc="-1" strike="noStrike">
              <a:latin typeface="Nirmala UI Semilight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ftr" idx="4"/>
          </p:nvPr>
        </p:nvSpPr>
        <p:spPr>
          <a:xfrm>
            <a:off x="609480" y="6492960"/>
            <a:ext cx="4570920" cy="282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CA" sz="10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10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CA" sz="1000" spc="-1" strike="noStrike"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sldNum" idx="5"/>
          </p:nvPr>
        </p:nvSpPr>
        <p:spPr>
          <a:xfrm rot="16200000">
            <a:off x="11188800" y="5825520"/>
            <a:ext cx="1314720" cy="485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1" lang="en-US" sz="2400" spc="-1" strike="noStrike">
                <a:solidFill>
                  <a:srgbClr val="d1282e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FD234825-36C6-4782-8EF0-A937F3A611C4}" type="slidenum">
              <a:rPr b="1" lang="en-US" sz="2400" spc="-1" strike="noStrike">
                <a:solidFill>
                  <a:srgbClr val="d1282e"/>
                </a:solidFill>
                <a:latin typeface="Arial"/>
              </a:rPr>
              <a:t>&lt;number&gt;</a:t>
            </a:fld>
            <a:endParaRPr b="0" lang="en-CA" sz="2400" spc="-1" strike="noStrike"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dt" idx="6"/>
          </p:nvPr>
        </p:nvSpPr>
        <p:spPr>
          <a:xfrm>
            <a:off x="609480" y="6172200"/>
            <a:ext cx="4570920" cy="303840"/>
          </a:xfrm>
          <a:prstGeom prst="rect">
            <a:avLst/>
          </a:prstGeom>
          <a:noFill/>
          <a:ln w="0">
            <a:noFill/>
          </a:ln>
        </p:spPr>
        <p:txBody>
          <a:bodyPr bIns="0" anchor="b">
            <a:noAutofit/>
          </a:bodyPr>
          <a:lstStyle>
            <a:lvl1pPr>
              <a:defRPr b="0" lang="en-CA" sz="1400" spc="-1" strike="noStrike">
                <a:latin typeface="Times New Roman"/>
              </a:defRPr>
            </a:lvl1pPr>
          </a:lstStyle>
          <a:p>
            <a:r>
              <a:rPr b="0" lang="en-CA" sz="1400" spc="-1" strike="noStrike">
                <a:latin typeface="Times New Roman"/>
              </a:rPr>
              <a:t>&lt;date/time&gt;</a:t>
            </a:r>
            <a:endParaRPr b="0" lang="en-CA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6"/>
          <p:cNvSpPr/>
          <p:nvPr/>
        </p:nvSpPr>
        <p:spPr>
          <a:xfrm>
            <a:off x="12001320" y="0"/>
            <a:ext cx="189360" cy="1370520"/>
          </a:xfrm>
          <a:prstGeom prst="rect">
            <a:avLst/>
          </a:prstGeom>
          <a:solidFill>
            <a:srgbClr val="d1282e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Rectangle 7"/>
          <p:cNvSpPr/>
          <p:nvPr/>
        </p:nvSpPr>
        <p:spPr>
          <a:xfrm>
            <a:off x="12001320" y="1371600"/>
            <a:ext cx="189360" cy="5485320"/>
          </a:xfrm>
          <a:prstGeom prst="rect">
            <a:avLst/>
          </a:prstGeom>
          <a:solidFill>
            <a:srgbClr val="000000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cxnSp>
        <p:nvCxnSpPr>
          <p:cNvPr id="92" name="Straight Connector 8"/>
          <p:cNvCxnSpPr/>
          <p:nvPr/>
        </p:nvCxnSpPr>
        <p:spPr>
          <a:xfrm>
            <a:off x="6663240" y="1541160"/>
            <a:ext cx="1080" cy="4444920"/>
          </a:xfrm>
          <a:prstGeom prst="straightConnector1">
            <a:avLst/>
          </a:prstGeom>
          <a:ln w="9360">
            <a:solidFill>
              <a:srgbClr val="9d1e23"/>
            </a:solidFill>
            <a:round/>
          </a:ln>
        </p:spPr>
      </p:cxnSp>
      <p:sp>
        <p:nvSpPr>
          <p:cNvPr id="93" name="PlaceHolder 1"/>
          <p:cNvSpPr>
            <a:spLocks noGrp="1"/>
          </p:cNvSpPr>
          <p:nvPr>
            <p:ph type="ftr" idx="7"/>
          </p:nvPr>
        </p:nvSpPr>
        <p:spPr>
          <a:xfrm>
            <a:off x="609480" y="6492960"/>
            <a:ext cx="4570920" cy="282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CA" sz="10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10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CA" sz="1000" spc="-1" strike="noStrike">
              <a:latin typeface="Times New Roman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ldNum" idx="8"/>
          </p:nvPr>
        </p:nvSpPr>
        <p:spPr>
          <a:xfrm rot="16200000">
            <a:off x="11188800" y="5825520"/>
            <a:ext cx="1314720" cy="485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1" lang="en-US" sz="2400" spc="-1" strike="noStrike">
                <a:solidFill>
                  <a:srgbClr val="d1282e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D419841A-8019-415C-93C2-2C324C584A36}" type="slidenum">
              <a:rPr b="1" lang="en-US" sz="2400" spc="-1" strike="noStrike">
                <a:solidFill>
                  <a:srgbClr val="d1282e"/>
                </a:solidFill>
                <a:latin typeface="Arial"/>
              </a:rPr>
              <a:t>&lt;number&gt;</a:t>
            </a:fld>
            <a:endParaRPr b="0" lang="en-CA" sz="2400" spc="-1" strike="noStrike">
              <a:latin typeface="Times New Roman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CA" sz="4400" spc="-1" strike="noStrike">
                <a:latin typeface="Arial"/>
              </a:rPr>
              <a:t>Click to edit the title text format</a:t>
            </a:r>
            <a:endParaRPr b="0" lang="en-CA" sz="4400" spc="-1" strike="noStrike">
              <a:latin typeface="Arial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3200" spc="-1" strike="noStrike">
                <a:latin typeface="Arial"/>
              </a:rPr>
              <a:t>Click to edit the outline text format</a:t>
            </a:r>
            <a:endParaRPr b="0" lang="en-CA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800" spc="-1" strike="noStrike">
                <a:latin typeface="Arial"/>
              </a:rPr>
              <a:t>Second Outline Level</a:t>
            </a:r>
            <a:endParaRPr b="0" lang="en-CA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Arial"/>
              </a:rPr>
              <a:t>Third Outline Level</a:t>
            </a:r>
            <a:endParaRPr b="0" lang="en-CA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latin typeface="Arial"/>
              </a:rPr>
              <a:t>Fourth Outline Level</a:t>
            </a:r>
            <a:endParaRPr b="0" lang="en-CA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Fifth Outline Level</a:t>
            </a:r>
            <a:endParaRPr b="0" lang="en-CA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Sixth Outline Level</a:t>
            </a:r>
            <a:endParaRPr b="0" lang="en-CA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Seventh Outline Level</a:t>
            </a:r>
            <a:endParaRPr b="0" lang="en-CA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Rectangle 6"/>
          <p:cNvSpPr/>
          <p:nvPr/>
        </p:nvSpPr>
        <p:spPr>
          <a:xfrm>
            <a:off x="12001320" y="0"/>
            <a:ext cx="189360" cy="1370520"/>
          </a:xfrm>
          <a:prstGeom prst="rect">
            <a:avLst/>
          </a:prstGeom>
          <a:solidFill>
            <a:srgbClr val="d1282e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Rectangle 7"/>
          <p:cNvSpPr/>
          <p:nvPr/>
        </p:nvSpPr>
        <p:spPr>
          <a:xfrm>
            <a:off x="12001320" y="1371600"/>
            <a:ext cx="189360" cy="5485320"/>
          </a:xfrm>
          <a:prstGeom prst="rect">
            <a:avLst/>
          </a:prstGeom>
          <a:solidFill>
            <a:srgbClr val="000000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CA" sz="4400" spc="-1" strike="noStrike">
                <a:latin typeface="Arial"/>
              </a:rPr>
              <a:t>Click to edit the title text format</a:t>
            </a:r>
            <a:endParaRPr b="0" lang="en-CA" sz="4400" spc="-1" strike="noStrike"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3200" spc="-1" strike="noStrike">
                <a:latin typeface="Arial"/>
              </a:rPr>
              <a:t>Click to edit the outline text format</a:t>
            </a:r>
            <a:endParaRPr b="0" lang="en-CA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800" spc="-1" strike="noStrike">
                <a:latin typeface="Arial"/>
              </a:rPr>
              <a:t>Second Outline Level</a:t>
            </a:r>
            <a:endParaRPr b="0" lang="en-CA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Arial"/>
              </a:rPr>
              <a:t>Third Outline Level</a:t>
            </a:r>
            <a:endParaRPr b="0" lang="en-CA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latin typeface="Arial"/>
              </a:rPr>
              <a:t>Fourth Outline Level</a:t>
            </a:r>
            <a:endParaRPr b="0" lang="en-CA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Fifth Outline Level</a:t>
            </a:r>
            <a:endParaRPr b="0" lang="en-CA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Sixth Outline Level</a:t>
            </a:r>
            <a:endParaRPr b="0" lang="en-CA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Seventh Outline Level</a:t>
            </a:r>
            <a:endParaRPr b="0" lang="en-CA" sz="2000" spc="-1" strike="noStrike"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ftr" idx="9"/>
          </p:nvPr>
        </p:nvSpPr>
        <p:spPr>
          <a:xfrm>
            <a:off x="44280" y="6574320"/>
            <a:ext cx="4570920" cy="282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rgbClr val="a6a6a6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6a6a6"/>
                </a:solidFill>
                <a:latin typeface="Arial"/>
              </a:rPr>
              <a:t>&lt;footer&gt;</a:t>
            </a:r>
            <a:endParaRPr b="0" lang="en-CA" sz="1000" spc="-1" strike="noStrike">
              <a:latin typeface="Times New Roman"/>
            </a:endParaRPr>
          </a:p>
        </p:txBody>
      </p:sp>
      <p:sp>
        <p:nvSpPr>
          <p:cNvPr id="138" name="PlaceHolder 4"/>
          <p:cNvSpPr>
            <a:spLocks noGrp="1"/>
          </p:cNvSpPr>
          <p:nvPr>
            <p:ph type="sldNum" idx="10"/>
          </p:nvPr>
        </p:nvSpPr>
        <p:spPr>
          <a:xfrm rot="16200000">
            <a:off x="11188800" y="5825520"/>
            <a:ext cx="1314720" cy="485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1" lang="en-US" sz="2400" spc="-1" strike="noStrike">
                <a:solidFill>
                  <a:srgbClr val="d1282e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F3C0BD0F-1DEB-4D15-B65F-CCE76AF05B38}" type="slidenum">
              <a:rPr b="1" lang="en-US" sz="2400" spc="-1" strike="noStrike">
                <a:solidFill>
                  <a:srgbClr val="d1282e"/>
                </a:solidFill>
                <a:latin typeface="Arial"/>
              </a:rPr>
              <a:t>&lt;number&gt;</a:t>
            </a:fld>
            <a:endParaRPr b="0" lang="en-CA" sz="2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Rectangle 6" hidden="1"/>
          <p:cNvSpPr/>
          <p:nvPr/>
        </p:nvSpPr>
        <p:spPr>
          <a:xfrm>
            <a:off x="12001320" y="0"/>
            <a:ext cx="189360" cy="1370520"/>
          </a:xfrm>
          <a:prstGeom prst="rect">
            <a:avLst/>
          </a:prstGeom>
          <a:solidFill>
            <a:srgbClr val="d1282e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Rectangle 7" hidden="1"/>
          <p:cNvSpPr/>
          <p:nvPr/>
        </p:nvSpPr>
        <p:spPr>
          <a:xfrm>
            <a:off x="12001320" y="1371600"/>
            <a:ext cx="189360" cy="5485320"/>
          </a:xfrm>
          <a:prstGeom prst="rect">
            <a:avLst/>
          </a:prstGeom>
          <a:solidFill>
            <a:srgbClr val="000000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Rectangle 8"/>
          <p:cNvSpPr/>
          <p:nvPr/>
        </p:nvSpPr>
        <p:spPr>
          <a:xfrm>
            <a:off x="12001320" y="4846320"/>
            <a:ext cx="189360" cy="2010600"/>
          </a:xfrm>
          <a:prstGeom prst="rect">
            <a:avLst/>
          </a:prstGeom>
          <a:solidFill>
            <a:srgbClr val="d1282e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Rectangle 9"/>
          <p:cNvSpPr/>
          <p:nvPr/>
        </p:nvSpPr>
        <p:spPr>
          <a:xfrm>
            <a:off x="12001320" y="0"/>
            <a:ext cx="189360" cy="4845240"/>
          </a:xfrm>
          <a:prstGeom prst="rect">
            <a:avLst/>
          </a:prstGeom>
          <a:solidFill>
            <a:srgbClr val="000000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Click to edit the title text format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ftr" idx="11"/>
          </p:nvPr>
        </p:nvSpPr>
        <p:spPr>
          <a:xfrm>
            <a:off x="609480" y="6492960"/>
            <a:ext cx="4570920" cy="282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CA" sz="10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10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CA" sz="1000" spc="-1" strike="noStrike">
              <a:latin typeface="Times New Roman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sldNum" idx="12"/>
          </p:nvPr>
        </p:nvSpPr>
        <p:spPr>
          <a:xfrm rot="16200000">
            <a:off x="11188800" y="5825520"/>
            <a:ext cx="1314720" cy="485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1" lang="en-US" sz="2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8DD21492-1D68-40EC-AD5C-F4209C51D753}" type="slidenum">
              <a:rPr b="1" lang="en-US" sz="24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CA" sz="2400" spc="-1" strike="noStrike">
              <a:latin typeface="Times New Roman"/>
            </a:endParaRPr>
          </a:p>
        </p:txBody>
      </p:sp>
      <p:sp>
        <p:nvSpPr>
          <p:cNvPr id="182" name="PlaceHolder 4"/>
          <p:cNvSpPr>
            <a:spLocks noGrp="1"/>
          </p:cNvSpPr>
          <p:nvPr>
            <p:ph type="dt" idx="13"/>
          </p:nvPr>
        </p:nvSpPr>
        <p:spPr>
          <a:xfrm>
            <a:off x="609480" y="6172200"/>
            <a:ext cx="4570920" cy="303840"/>
          </a:xfrm>
          <a:prstGeom prst="rect">
            <a:avLst/>
          </a:prstGeom>
          <a:noFill/>
          <a:ln w="0">
            <a:noFill/>
          </a:ln>
        </p:spPr>
        <p:txBody>
          <a:bodyPr bIns="0" anchor="b">
            <a:noAutofit/>
          </a:bodyPr>
          <a:lstStyle>
            <a:lvl1pPr>
              <a:defRPr b="0" lang="en-CA" sz="1400" spc="-1" strike="noStrike">
                <a:latin typeface="Times New Roman"/>
              </a:defRPr>
            </a:lvl1pPr>
          </a:lstStyle>
          <a:p>
            <a:r>
              <a:rPr b="0" lang="en-CA" sz="1400" spc="-1" strike="noStrike">
                <a:latin typeface="Times New Roman"/>
              </a:rPr>
              <a:t>&lt;date/time&gt;</a:t>
            </a:r>
            <a:endParaRPr b="0" lang="en-CA" sz="1400" spc="-1" strike="noStrike">
              <a:latin typeface="Times New Roman"/>
            </a:endParaRPr>
          </a:p>
        </p:txBody>
      </p:sp>
      <p:sp>
        <p:nvSpPr>
          <p:cNvPr id="183" name="PlaceHolder 5"/>
          <p:cNvSpPr>
            <a:spLocks noGrp="1"/>
          </p:cNvSpPr>
          <p:nvPr>
            <p:ph type="body"/>
          </p:nvPr>
        </p:nvSpPr>
        <p:spPr>
          <a:xfrm>
            <a:off x="424800" y="1015200"/>
            <a:ext cx="10994400" cy="505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Click to edit the outline text format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Second Outline Level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Third Outline Level</a:t>
            </a:r>
            <a:endParaRPr b="0" lang="en-CA" sz="1400" spc="-1" strike="noStrike">
              <a:latin typeface="Nirmala UI Semilight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latin typeface="Nirmala UI Semilight"/>
              </a:rPr>
              <a:t>Fourth Outline Level</a:t>
            </a:r>
            <a:endParaRPr b="0" lang="en-CA" sz="2000" spc="-1" strike="noStrike">
              <a:latin typeface="Nirmala UI Semilight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Fifth Outline Level</a:t>
            </a:r>
            <a:endParaRPr b="0" lang="en-CA" sz="2000" spc="-1" strike="noStrike">
              <a:latin typeface="Nirmala UI Semilight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Sixth Outline Level</a:t>
            </a:r>
            <a:endParaRPr b="0" lang="en-CA" sz="2000" spc="-1" strike="noStrike">
              <a:latin typeface="Nirmala UI Semilight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Seventh Outline Level</a:t>
            </a:r>
            <a:endParaRPr b="0" lang="en-CA" sz="2000" spc="-1" strike="noStrike">
              <a:latin typeface="Nirmala UI Semiligh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Rectangle 6"/>
          <p:cNvSpPr/>
          <p:nvPr/>
        </p:nvSpPr>
        <p:spPr>
          <a:xfrm>
            <a:off x="12001320" y="0"/>
            <a:ext cx="189360" cy="1370520"/>
          </a:xfrm>
          <a:prstGeom prst="rect">
            <a:avLst/>
          </a:prstGeom>
          <a:solidFill>
            <a:srgbClr val="d1282e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1" name="Rectangle 7"/>
          <p:cNvSpPr/>
          <p:nvPr/>
        </p:nvSpPr>
        <p:spPr>
          <a:xfrm>
            <a:off x="12001320" y="1371600"/>
            <a:ext cx="189360" cy="5485320"/>
          </a:xfrm>
          <a:prstGeom prst="rect">
            <a:avLst/>
          </a:prstGeom>
          <a:solidFill>
            <a:srgbClr val="000000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cxnSp>
        <p:nvCxnSpPr>
          <p:cNvPr id="222" name="Straight Connector 8"/>
          <p:cNvCxnSpPr/>
          <p:nvPr/>
        </p:nvCxnSpPr>
        <p:spPr>
          <a:xfrm>
            <a:off x="6663240" y="1656720"/>
            <a:ext cx="1080" cy="4444920"/>
          </a:xfrm>
          <a:prstGeom prst="straightConnector1">
            <a:avLst/>
          </a:prstGeom>
          <a:ln w="9360">
            <a:solidFill>
              <a:srgbClr val="9d1e23"/>
            </a:solidFill>
            <a:round/>
          </a:ln>
        </p:spPr>
      </p:cxnSp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CA" sz="4400" spc="-1" strike="noStrike">
                <a:latin typeface="Arial"/>
              </a:rPr>
              <a:t>Click to edit the title text format</a:t>
            </a:r>
            <a:endParaRPr b="0" lang="en-CA" sz="4400" spc="-1" strike="noStrike">
              <a:latin typeface="Arial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3200" spc="-1" strike="noStrike">
                <a:latin typeface="Arial"/>
              </a:rPr>
              <a:t>Click to edit the outline text format</a:t>
            </a:r>
            <a:endParaRPr b="0" lang="en-CA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800" spc="-1" strike="noStrike">
                <a:latin typeface="Arial"/>
              </a:rPr>
              <a:t>Second Outline Level</a:t>
            </a:r>
            <a:endParaRPr b="0" lang="en-CA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Arial"/>
              </a:rPr>
              <a:t>Third Outline Level</a:t>
            </a:r>
            <a:endParaRPr b="0" lang="en-CA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latin typeface="Arial"/>
              </a:rPr>
              <a:t>Fourth Outline Level</a:t>
            </a:r>
            <a:endParaRPr b="0" lang="en-CA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Fifth Outline Level</a:t>
            </a:r>
            <a:endParaRPr b="0" lang="en-CA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Sixth Outline Level</a:t>
            </a:r>
            <a:endParaRPr b="0" lang="en-CA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Seventh Outline Level</a:t>
            </a:r>
            <a:endParaRPr b="0" lang="en-CA" sz="2000" spc="-1" strike="noStrike"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body"/>
          </p:nvPr>
        </p:nvSpPr>
        <p:spPr>
          <a:xfrm>
            <a:off x="581544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3200" spc="-1" strike="noStrike">
                <a:latin typeface="Arial"/>
              </a:rPr>
              <a:t>Click to edit the outline text format</a:t>
            </a:r>
            <a:endParaRPr b="0" lang="en-CA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800" spc="-1" strike="noStrike">
                <a:latin typeface="Arial"/>
              </a:rPr>
              <a:t>Second Outline Level</a:t>
            </a:r>
            <a:endParaRPr b="0" lang="en-CA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Arial"/>
              </a:rPr>
              <a:t>Third Outline Level</a:t>
            </a:r>
            <a:endParaRPr b="0" lang="en-CA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latin typeface="Arial"/>
              </a:rPr>
              <a:t>Fourth Outline Level</a:t>
            </a:r>
            <a:endParaRPr b="0" lang="en-CA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Fifth Outline Level</a:t>
            </a:r>
            <a:endParaRPr b="0" lang="en-CA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Sixth Outline Level</a:t>
            </a:r>
            <a:endParaRPr b="0" lang="en-CA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Seventh Outline Level</a:t>
            </a:r>
            <a:endParaRPr b="0" lang="en-CA" sz="2000" spc="-1" strike="noStrike">
              <a:latin typeface="Arial"/>
            </a:endParaRPr>
          </a:p>
        </p:txBody>
      </p:sp>
      <p:sp>
        <p:nvSpPr>
          <p:cNvPr id="226" name="PlaceHolder 4"/>
          <p:cNvSpPr>
            <a:spLocks noGrp="1"/>
          </p:cNvSpPr>
          <p:nvPr>
            <p:ph type="ftr" idx="14"/>
          </p:nvPr>
        </p:nvSpPr>
        <p:spPr>
          <a:xfrm>
            <a:off x="609480" y="6492960"/>
            <a:ext cx="4570920" cy="282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CA" sz="10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10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CA" sz="1000" spc="-1" strike="noStrike">
              <a:latin typeface="Times New Roman"/>
            </a:endParaRPr>
          </a:p>
        </p:txBody>
      </p:sp>
      <p:sp>
        <p:nvSpPr>
          <p:cNvPr id="227" name="PlaceHolder 5"/>
          <p:cNvSpPr>
            <a:spLocks noGrp="1"/>
          </p:cNvSpPr>
          <p:nvPr>
            <p:ph type="sldNum" idx="15"/>
          </p:nvPr>
        </p:nvSpPr>
        <p:spPr>
          <a:xfrm rot="16200000">
            <a:off x="11188800" y="5825520"/>
            <a:ext cx="1314720" cy="485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1" lang="en-US" sz="2400" spc="-1" strike="noStrike">
                <a:solidFill>
                  <a:srgbClr val="d1282e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54673A57-BF28-4820-86B8-928E30777721}" type="slidenum">
              <a:rPr b="1" lang="en-US" sz="2400" spc="-1" strike="noStrike">
                <a:solidFill>
                  <a:srgbClr val="d1282e"/>
                </a:solidFill>
                <a:latin typeface="Arial"/>
              </a:rPr>
              <a:t>&lt;number&gt;</a:t>
            </a:fld>
            <a:endParaRPr b="0" lang="en-CA" sz="2400" spc="-1" strike="noStrike">
              <a:latin typeface="Times New Roman"/>
            </a:endParaRPr>
          </a:p>
        </p:txBody>
      </p:sp>
      <p:sp>
        <p:nvSpPr>
          <p:cNvPr id="228" name="PlaceHolder 6"/>
          <p:cNvSpPr>
            <a:spLocks noGrp="1"/>
          </p:cNvSpPr>
          <p:nvPr>
            <p:ph type="dt" idx="16"/>
          </p:nvPr>
        </p:nvSpPr>
        <p:spPr>
          <a:xfrm>
            <a:off x="609480" y="6172200"/>
            <a:ext cx="4570920" cy="303840"/>
          </a:xfrm>
          <a:prstGeom prst="rect">
            <a:avLst/>
          </a:prstGeom>
          <a:noFill/>
          <a:ln w="0">
            <a:noFill/>
          </a:ln>
        </p:spPr>
        <p:txBody>
          <a:bodyPr bIns="0" anchor="b">
            <a:noAutofit/>
          </a:bodyPr>
          <a:lstStyle>
            <a:lvl1pPr>
              <a:defRPr b="0" lang="en-CA" sz="1400" spc="-1" strike="noStrike">
                <a:latin typeface="Times New Roman"/>
              </a:defRPr>
            </a:lvl1pPr>
          </a:lstStyle>
          <a:p>
            <a:r>
              <a:rPr b="0" lang="en-CA" sz="1400" spc="-1" strike="noStrike">
                <a:latin typeface="Times New Roman"/>
              </a:rPr>
              <a:t>&lt;date/time&gt;</a:t>
            </a:r>
            <a:endParaRPr b="0" lang="en-CA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Rectangle 6"/>
          <p:cNvSpPr/>
          <p:nvPr/>
        </p:nvSpPr>
        <p:spPr>
          <a:xfrm>
            <a:off x="12001320" y="0"/>
            <a:ext cx="190080" cy="1371240"/>
          </a:xfrm>
          <a:prstGeom prst="rect">
            <a:avLst/>
          </a:prstGeom>
          <a:solidFill>
            <a:srgbClr val="d1282e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6" name="Rectangle 7"/>
          <p:cNvSpPr/>
          <p:nvPr/>
        </p:nvSpPr>
        <p:spPr>
          <a:xfrm>
            <a:off x="12001320" y="1371600"/>
            <a:ext cx="190080" cy="5486040"/>
          </a:xfrm>
          <a:prstGeom prst="rect">
            <a:avLst/>
          </a:prstGeom>
          <a:solidFill>
            <a:srgbClr val="000000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7721280" cy="1371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60" strike="noStrike" cap="all">
                <a:solidFill>
                  <a:srgbClr val="d1282e"/>
                </a:solidFill>
                <a:latin typeface="Arial Black"/>
              </a:rPr>
              <a:t>Click to edit Master title style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2174400" y="1574640"/>
            <a:ext cx="438876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432000" indent="-324000">
              <a:lnSpc>
                <a:spcPct val="100000"/>
              </a:lnSpc>
              <a:spcBef>
                <a:spcPts val="561"/>
              </a:spcBef>
              <a:spcAft>
                <a:spcPts val="601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Arial"/>
              </a:rPr>
              <a:t>Edit Master text styles</a:t>
            </a:r>
            <a:endParaRPr b="1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body"/>
          </p:nvPr>
        </p:nvSpPr>
        <p:spPr>
          <a:xfrm>
            <a:off x="6786720" y="1574640"/>
            <a:ext cx="438876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100000"/>
              </a:lnSpc>
              <a:spcBef>
                <a:spcPts val="56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Arial"/>
              </a:rPr>
              <a:t>Edit Master text styles</a:t>
            </a:r>
            <a:endParaRPr b="1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182880">
              <a:lnSpc>
                <a:spcPct val="100000"/>
              </a:lnSpc>
              <a:spcBef>
                <a:spcPts val="479"/>
              </a:spcBef>
              <a:buClr>
                <a:srgbClr val="d1282e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00"/>
              </a:spcBef>
              <a:buClr>
                <a:srgbClr val="d1282e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360"/>
              </a:spcBef>
              <a:buClr>
                <a:srgbClr val="d1282e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360"/>
              </a:spcBef>
              <a:buClr>
                <a:srgbClr val="d1282e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PlaceHolder 4"/>
          <p:cNvSpPr>
            <a:spLocks noGrp="1"/>
          </p:cNvSpPr>
          <p:nvPr>
            <p:ph type="dt" idx="17"/>
          </p:nvPr>
        </p:nvSpPr>
        <p:spPr>
          <a:xfrm>
            <a:off x="609480" y="6172200"/>
            <a:ext cx="4571640" cy="304560"/>
          </a:xfrm>
          <a:prstGeom prst="rect">
            <a:avLst/>
          </a:prstGeom>
          <a:noFill/>
          <a:ln w="0">
            <a:noFill/>
          </a:ln>
        </p:spPr>
        <p:txBody>
          <a:bodyPr bIns="0" anchor="b">
            <a:noAutofit/>
          </a:bodyPr>
          <a:lstStyle>
            <a:lvl1pPr>
              <a:lnSpc>
                <a:spcPct val="100000"/>
              </a:lnSpc>
              <a:buNone/>
              <a:defRPr b="0" lang="en-US" sz="10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&lt;date/time&gt;</a:t>
            </a:r>
            <a:endParaRPr b="0" lang="en-CA" sz="1000" spc="-1" strike="noStrike">
              <a:latin typeface="Times New Roman"/>
            </a:endParaRPr>
          </a:p>
        </p:txBody>
      </p:sp>
      <p:sp>
        <p:nvSpPr>
          <p:cNvPr id="271" name="PlaceHolder 5"/>
          <p:cNvSpPr>
            <a:spLocks noGrp="1"/>
          </p:cNvSpPr>
          <p:nvPr>
            <p:ph type="ftr" idx="18"/>
          </p:nvPr>
        </p:nvSpPr>
        <p:spPr>
          <a:xfrm>
            <a:off x="609480" y="6492960"/>
            <a:ext cx="4571640" cy="283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>
              <a:lnSpc>
                <a:spcPct val="100000"/>
              </a:lnSpc>
              <a:buNone/>
              <a:defRPr b="0" lang="en-CA" sz="10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CA" sz="10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CA" sz="1000" spc="-1" strike="noStrike">
              <a:latin typeface="Times New Roman"/>
            </a:endParaRPr>
          </a:p>
        </p:txBody>
      </p:sp>
      <p:sp>
        <p:nvSpPr>
          <p:cNvPr id="272" name="PlaceHolder 6"/>
          <p:cNvSpPr>
            <a:spLocks noGrp="1"/>
          </p:cNvSpPr>
          <p:nvPr>
            <p:ph type="sldNum" idx="19"/>
          </p:nvPr>
        </p:nvSpPr>
        <p:spPr>
          <a:xfrm rot="16200000">
            <a:off x="11188800" y="5824800"/>
            <a:ext cx="1315440" cy="4863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1" lang="en-US" sz="2400" spc="-1" strike="noStrike">
                <a:solidFill>
                  <a:srgbClr val="d1282e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</a:pPr>
            <a:fld id="{560855A0-CADF-46A0-9597-78AC62BBD942}" type="slidenum">
              <a:rPr b="1" lang="en-US" sz="2400" spc="-1" strike="noStrike">
                <a:solidFill>
                  <a:srgbClr val="d1282e"/>
                </a:solidFill>
                <a:latin typeface="Arial"/>
              </a:rPr>
              <a:t>&lt;number&gt;</a:t>
            </a:fld>
            <a:endParaRPr b="0" lang="en-CA" sz="2400" spc="-1" strike="noStrike">
              <a:latin typeface="Times New Roman"/>
            </a:endParaRPr>
          </a:p>
        </p:txBody>
      </p:sp>
      <p:cxnSp>
        <p:nvCxnSpPr>
          <p:cNvPr id="273" name="Straight Connector 8"/>
          <p:cNvCxnSpPr/>
          <p:nvPr/>
        </p:nvCxnSpPr>
        <p:spPr>
          <a:xfrm>
            <a:off x="6663240" y="1656720"/>
            <a:ext cx="360" cy="4444200"/>
          </a:xfrm>
          <a:prstGeom prst="straightConnector1">
            <a:avLst/>
          </a:prstGeom>
          <a:ln w="9360">
            <a:solidFill>
              <a:srgbClr val="9d1e23"/>
            </a:solidFill>
            <a:round/>
          </a:ln>
        </p:spPr>
      </p:cxn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5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5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5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5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5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5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5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5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37.xml"/><Relationship Id="rId3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Picture 5" descr=""/>
          <p:cNvPicPr/>
          <p:nvPr/>
        </p:nvPicPr>
        <p:blipFill>
          <a:blip r:embed="rId1"/>
          <a:stretch/>
        </p:blipFill>
        <p:spPr>
          <a:xfrm>
            <a:off x="0" y="1303920"/>
            <a:ext cx="12191040" cy="6094800"/>
          </a:xfrm>
          <a:prstGeom prst="rect">
            <a:avLst/>
          </a:prstGeom>
          <a:ln w="0">
            <a:noFill/>
          </a:ln>
        </p:spPr>
      </p:pic>
      <p:sp>
        <p:nvSpPr>
          <p:cNvPr id="317" name="PlaceHolder 1"/>
          <p:cNvSpPr>
            <a:spLocks noGrp="1"/>
          </p:cNvSpPr>
          <p:nvPr>
            <p:ph type="ftr" idx="23"/>
          </p:nvPr>
        </p:nvSpPr>
        <p:spPr>
          <a:xfrm>
            <a:off x="9588960" y="127440"/>
            <a:ext cx="2602080" cy="339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US" sz="1100" spc="-1" strike="noStrike">
                <a:solidFill>
                  <a:srgbClr val="a6a6a6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6a6a6"/>
                </a:solidFill>
                <a:latin typeface="Arial"/>
              </a:rPr>
              <a:t>“</a:t>
            </a:r>
            <a:r>
              <a:rPr b="0" lang="en-US" sz="1100" spc="-1" strike="noStrike">
                <a:solidFill>
                  <a:srgbClr val="a6a6a6"/>
                </a:solidFill>
                <a:latin typeface="Arial"/>
              </a:rPr>
              <a:t>Develop a passion for learning.”</a:t>
            </a:r>
            <a:endParaRPr b="0" lang="en-CA" sz="1100" spc="-1" strike="noStrike">
              <a:latin typeface="Times New Roman"/>
            </a:endParaRPr>
          </a:p>
        </p:txBody>
      </p:sp>
      <p:sp>
        <p:nvSpPr>
          <p:cNvPr id="318" name="Text Box 2"/>
          <p:cNvSpPr/>
          <p:nvPr/>
        </p:nvSpPr>
        <p:spPr>
          <a:xfrm>
            <a:off x="58680" y="468000"/>
            <a:ext cx="10306080" cy="12258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7000"/>
              </a:lnSpc>
              <a:spcAft>
                <a:spcPts val="799"/>
              </a:spcAft>
              <a:buNone/>
            </a:pPr>
            <a:r>
              <a:rPr b="0" lang="en-US" sz="3600" spc="-1" strike="noStrike">
                <a:solidFill>
                  <a:srgbClr val="ff0000"/>
                </a:solidFill>
                <a:latin typeface="Gadugi"/>
                <a:ea typeface="Calibri"/>
              </a:rPr>
              <a:t>RISK AND RESILIENCE BOOTCAMP</a:t>
            </a:r>
            <a:br>
              <a:rPr sz="3600"/>
            </a:br>
            <a:endParaRPr b="0" lang="en-CA" sz="3600" spc="-1" strike="noStrike">
              <a:latin typeface="Arial"/>
            </a:endParaRPr>
          </a:p>
        </p:txBody>
      </p:sp>
      <p:sp>
        <p:nvSpPr>
          <p:cNvPr id="319" name="Oval 1"/>
          <p:cNvSpPr/>
          <p:nvPr/>
        </p:nvSpPr>
        <p:spPr>
          <a:xfrm>
            <a:off x="11068920" y="5891760"/>
            <a:ext cx="619200" cy="619200"/>
          </a:xfrm>
          <a:prstGeom prst="ellipse">
            <a:avLst/>
          </a:prstGeom>
          <a:solidFill>
            <a:srgbClr val="7a7a7a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fffff"/>
                </a:solidFill>
                <a:latin typeface="Arial"/>
              </a:rPr>
              <a:t>5</a:t>
            </a:r>
            <a:endParaRPr b="0" lang="en-CA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60" strike="noStrike" cap="all">
                <a:solidFill>
                  <a:srgbClr val="d1282e"/>
                </a:solidFill>
                <a:latin typeface="Leelawadee UI Semilight"/>
              </a:rPr>
              <a:t>Risk Statements and Registers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21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r>
              <a:rPr b="0" lang="en-CA" sz="2000" spc="-1" strike="noStrike">
                <a:latin typeface="Nirmala UI Semilight"/>
              </a:rPr>
              <a:t>In this module we will cover</a:t>
            </a:r>
            <a:endParaRPr b="0" lang="en-CA" sz="20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600" spc="-1" strike="noStrike">
                <a:latin typeface="Nirmala UI Semilight"/>
              </a:rPr>
              <a:t>Risk Statements</a:t>
            </a:r>
            <a:endParaRPr b="0" lang="en-CA" sz="16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600" spc="-1" strike="noStrike">
                <a:latin typeface="Nirmala UI Semilight"/>
              </a:rPr>
              <a:t>Risk Registers</a:t>
            </a:r>
            <a:endParaRPr b="0" lang="en-CA" sz="16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CA" sz="1600" spc="-1" strike="noStrike">
              <a:latin typeface="Nirmala UI Semilight"/>
            </a:endParaRPr>
          </a:p>
        </p:txBody>
      </p:sp>
      <p:pic>
        <p:nvPicPr>
          <p:cNvPr id="322" name="" descr=""/>
          <p:cNvPicPr/>
          <p:nvPr/>
        </p:nvPicPr>
        <p:blipFill>
          <a:blip r:embed="rId1"/>
          <a:stretch/>
        </p:blipFill>
        <p:spPr>
          <a:xfrm>
            <a:off x="7206840" y="1651680"/>
            <a:ext cx="4340160" cy="340632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Risk statements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24" name="PlaceHolder 2"/>
          <p:cNvSpPr>
            <a:spLocks noGrp="1"/>
          </p:cNvSpPr>
          <p:nvPr>
            <p:ph/>
          </p:nvPr>
        </p:nvSpPr>
        <p:spPr>
          <a:xfrm>
            <a:off x="424800" y="105120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Risk statements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Translate observations and analysis into clear, actionable form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Provide a common language between technical, business, and governance teams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Essential for prioritization, mitigation, and executive decision-making</a:t>
            </a:r>
            <a:endParaRPr b="0" lang="en-CA" sz="18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A strong risk statement answers the question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i="1" lang="en-CA" sz="1800" spc="-1" strike="noStrike">
                <a:latin typeface="Nirmala UI Semilight"/>
              </a:rPr>
              <a:t>“</a:t>
            </a:r>
            <a:r>
              <a:rPr b="0" i="1" lang="en-CA" sz="1800" spc="-1" strike="noStrike">
                <a:latin typeface="Nirmala UI Semilight"/>
              </a:rPr>
              <a:t>What could happen, why could it happen, and what would be the impact if it does?”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This structure ensures that risks are complete, specific, and testable, supporting later steps in analysis and monitoring</a:t>
            </a:r>
            <a:endParaRPr b="0" lang="en-CA" sz="18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Structure of a Risk Statement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26" name="PlaceHolder 2"/>
          <p:cNvSpPr>
            <a:spLocks noGrp="1"/>
          </p:cNvSpPr>
          <p:nvPr>
            <p:ph/>
          </p:nvPr>
        </p:nvSpPr>
        <p:spPr>
          <a:xfrm>
            <a:off x="424800" y="1051200"/>
            <a:ext cx="10340640" cy="18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A standard risk statement includes three core elements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Sometimes called the “CPC model”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i="1" lang="en-CA" sz="1400" spc="-1" strike="noStrike">
                <a:latin typeface="Nirmala UI Semilight"/>
              </a:rPr>
              <a:t>Eg. “If backups are not verified weekly (condition), then a restoration may fail during a disruption (potential), resulting in data loss and prolonged service outage (consequence).”</a:t>
            </a:r>
            <a:endParaRPr b="0" lang="en-CA" sz="1400" spc="-1" strike="noStrike">
              <a:latin typeface="Nirmala UI Semilight"/>
            </a:endParaRPr>
          </a:p>
        </p:txBody>
      </p:sp>
      <p:pic>
        <p:nvPicPr>
          <p:cNvPr id="327" name="" descr=""/>
          <p:cNvPicPr/>
          <p:nvPr/>
        </p:nvPicPr>
        <p:blipFill>
          <a:blip r:embed="rId1"/>
          <a:stretch/>
        </p:blipFill>
        <p:spPr>
          <a:xfrm>
            <a:off x="1098360" y="2930400"/>
            <a:ext cx="9455400" cy="292860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Effective Risk Statements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pic>
        <p:nvPicPr>
          <p:cNvPr id="329" name="" descr=""/>
          <p:cNvPicPr/>
          <p:nvPr/>
        </p:nvPicPr>
        <p:blipFill>
          <a:blip r:embed="rId1"/>
          <a:stretch/>
        </p:blipFill>
        <p:spPr>
          <a:xfrm>
            <a:off x="1155240" y="1222200"/>
            <a:ext cx="8908920" cy="489276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Common Mistakes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pic>
        <p:nvPicPr>
          <p:cNvPr id="331" name="" descr=""/>
          <p:cNvPicPr/>
          <p:nvPr/>
        </p:nvPicPr>
        <p:blipFill>
          <a:blip r:embed="rId1"/>
          <a:stretch/>
        </p:blipFill>
        <p:spPr>
          <a:xfrm>
            <a:off x="651600" y="1584360"/>
            <a:ext cx="10730160" cy="276516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Integrating with Identification Process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33" name="PlaceHolder 2"/>
          <p:cNvSpPr>
            <a:spLocks noGrp="1"/>
          </p:cNvSpPr>
          <p:nvPr>
            <p:ph/>
          </p:nvPr>
        </p:nvSpPr>
        <p:spPr>
          <a:xfrm>
            <a:off x="424800" y="105120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Interviews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 </a:t>
            </a:r>
            <a:r>
              <a:rPr b="0" lang="en-CA" sz="1800" spc="-1" strike="noStrike">
                <a:latin typeface="Nirmala UI Semilight"/>
              </a:rPr>
              <a:t>Provide the conditions (e.g., weak process)</a:t>
            </a:r>
            <a:endParaRPr b="0" lang="en-CA" sz="18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Logs and checklists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 </a:t>
            </a:r>
            <a:r>
              <a:rPr b="0" lang="en-CA" sz="1800" spc="-1" strike="noStrike">
                <a:latin typeface="Nirmala UI Semilight"/>
              </a:rPr>
              <a:t>Identify the potential events</a:t>
            </a:r>
            <a:endParaRPr b="0" lang="en-CA" sz="18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Exploratory analysis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Reveals the consequences and ripple effects</a:t>
            </a:r>
            <a:endParaRPr b="0" lang="en-CA" sz="18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The completed statement forms the foundation for risk scoring, register entries, and mitigation plans</a:t>
            </a:r>
            <a:endParaRPr b="0" lang="en-CA" sz="24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Risk Registers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35" name="PlaceHolder 2"/>
          <p:cNvSpPr>
            <a:spLocks noGrp="1"/>
          </p:cNvSpPr>
          <p:nvPr>
            <p:ph/>
          </p:nvPr>
        </p:nvSpPr>
        <p:spPr>
          <a:xfrm>
            <a:off x="424800" y="105120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The risk register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Is the organization’s central, living repository for all identified risks, their analyses, mitigation plans, and monitoring status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Ensures that nothing discovered during risk identification gets lost and that ownership, accountability, and follow-up are visible</a:t>
            </a:r>
            <a:endParaRPr b="0" lang="en-CA" sz="18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Think of it as the “memory” and dashboard of risk management</a:t>
            </a:r>
            <a:endParaRPr b="0" lang="en-CA" sz="24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Core Functions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pic>
        <p:nvPicPr>
          <p:cNvPr id="337" name="" descr=""/>
          <p:cNvPicPr/>
          <p:nvPr/>
        </p:nvPicPr>
        <p:blipFill>
          <a:blip r:embed="rId1"/>
          <a:stretch/>
        </p:blipFill>
        <p:spPr>
          <a:xfrm>
            <a:off x="1283760" y="1819080"/>
            <a:ext cx="9579960" cy="333864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Typical Structure and Fields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pic>
        <p:nvPicPr>
          <p:cNvPr id="339" name="" descr=""/>
          <p:cNvPicPr/>
          <p:nvPr/>
        </p:nvPicPr>
        <p:blipFill>
          <a:blip r:embed="rId1"/>
          <a:stretch/>
        </p:blipFill>
        <p:spPr>
          <a:xfrm>
            <a:off x="2600640" y="1229400"/>
            <a:ext cx="6085080" cy="483768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“</a:t>
            </a:r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Living Document” Principle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41" name="PlaceHolder 2"/>
          <p:cNvSpPr>
            <a:spLocks noGrp="1"/>
          </p:cNvSpPr>
          <p:nvPr>
            <p:ph/>
          </p:nvPr>
        </p:nvSpPr>
        <p:spPr>
          <a:xfrm>
            <a:off x="424800" y="105120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A risk register is not static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It must be continuously updated as the environment, controls, and risk appetite evolve</a:t>
            </a:r>
            <a:endParaRPr b="0" lang="en-CA" sz="18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Examples of updates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New risk identified from a security incident: added immediately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Control implemented: residual risk level adjusted downward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Business process decommissioned: related risk closed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Regulatory change: new compliance risks introduced</a:t>
            </a:r>
            <a:endParaRPr b="0" lang="en-CA" sz="18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Review Cadence 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pic>
        <p:nvPicPr>
          <p:cNvPr id="343" name="" descr=""/>
          <p:cNvPicPr/>
          <p:nvPr/>
        </p:nvPicPr>
        <p:blipFill>
          <a:blip r:embed="rId1"/>
          <a:stretch/>
        </p:blipFill>
        <p:spPr>
          <a:xfrm>
            <a:off x="1108800" y="1568880"/>
            <a:ext cx="9215640" cy="30859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Integration with Other Processes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pic>
        <p:nvPicPr>
          <p:cNvPr id="345" name="" descr=""/>
          <p:cNvPicPr/>
          <p:nvPr/>
        </p:nvPicPr>
        <p:blipFill>
          <a:blip r:embed="rId1"/>
          <a:stretch/>
        </p:blipFill>
        <p:spPr>
          <a:xfrm>
            <a:off x="1124640" y="1632240"/>
            <a:ext cx="9434520" cy="37951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Simplified Risk Register Entry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pic>
        <p:nvPicPr>
          <p:cNvPr id="347" name="" descr=""/>
          <p:cNvPicPr/>
          <p:nvPr/>
        </p:nvPicPr>
        <p:blipFill>
          <a:blip r:embed="rId1"/>
          <a:stretch/>
        </p:blipFill>
        <p:spPr>
          <a:xfrm>
            <a:off x="2580480" y="1078200"/>
            <a:ext cx="6627960" cy="510408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10050840" cy="728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60" strike="noStrike" cap="all">
                <a:solidFill>
                  <a:srgbClr val="d1282e"/>
                </a:solidFill>
                <a:latin typeface="Leelawadee UI Semilight"/>
              </a:rPr>
              <a:t>Q&amp;A and open discussion</a:t>
            </a:r>
            <a:endParaRPr b="0" lang="en-CA" sz="3600" spc="-1" strike="noStrike">
              <a:latin typeface="Arial"/>
            </a:endParaRPr>
          </a:p>
        </p:txBody>
      </p:sp>
      <p:pic>
        <p:nvPicPr>
          <p:cNvPr id="349" name="Content Placeholder 2" descr=""/>
          <p:cNvPicPr/>
          <p:nvPr/>
        </p:nvPicPr>
        <p:blipFill>
          <a:blip r:embed="rId1"/>
          <a:stretch/>
        </p:blipFill>
        <p:spPr>
          <a:xfrm>
            <a:off x="1647360" y="1073160"/>
            <a:ext cx="8083440" cy="505188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171647</TotalTime>
  <Application>LibreOffice/7.3.4.2$Windows_X86_64 LibreOffice_project/728fec16bd5f605073805c3c9e7c4212a0120dc5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2016-09-10T10:34:19Z</dcterms:created>
  <dc:creator>Donis Marshall</dc:creator>
  <dc:description/>
  <dc:language>en-CA</dc:language>
  <cp:lastModifiedBy>Rod Davison</cp:lastModifiedBy>
  <cp:lastPrinted>2025-10-05T16:51:45Z</cp:lastPrinted>
  <dcterms:modified xsi:type="dcterms:W3CDTF">2025-12-17T15:07:28Z</dcterms:modified>
  <cp:revision>9059</cp:revision>
  <dc:subject>Risk/Resiliency Bootcamp</dc:subject>
  <dc:title>4. Risk Identification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52</vt:r8>
  </property>
  <property fmtid="{D5CDD505-2E9C-101B-9397-08002B2CF9AE}" pid="3" name="PresentationFormat">
    <vt:lpwstr>Widescreen</vt:lpwstr>
  </property>
  <property fmtid="{D5CDD505-2E9C-101B-9397-08002B2CF9AE}" pid="4" name="Slides">
    <vt:r8>52</vt:r8>
  </property>
</Properties>
</file>